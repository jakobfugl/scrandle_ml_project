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3F577-D02C-18DC-3EE9-E92EA2ACA8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53FC48-4B85-DF53-5F38-CC6006B98E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E2B05-60AE-6BA7-1325-B58B76C18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3F5D-85BD-4D37-979D-F4B22697B1E8}" type="datetimeFigureOut">
              <a:rPr lang="da-DK" smtClean="0"/>
              <a:t>05-06-2026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A5011-F6D1-B5FD-80C9-E153FDD0B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1B2D7-0219-2602-783A-5B6555A37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CC89A-352F-4A3E-BAAE-6E623AFF958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14736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3A6B6-C28D-D55E-4C8C-AD835F8DE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9312B-9B80-6F2E-1385-17084BD63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CDDDF-4742-DF56-C1E2-3129DC069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3F5D-85BD-4D37-979D-F4B22697B1E8}" type="datetimeFigureOut">
              <a:rPr lang="da-DK" smtClean="0"/>
              <a:t>05-06-2026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224D2-4B4E-CEF4-5826-514E8D3F4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E42D1-DDEC-F79F-D394-93E4457F2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CC89A-352F-4A3E-BAAE-6E623AFF958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3812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41AD6-2697-2750-579E-6EEBF6FA4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D3355-BD77-2E6E-C243-05636BBEF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3D08E-4086-C068-FE38-7053CEE28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3F5D-85BD-4D37-979D-F4B22697B1E8}" type="datetimeFigureOut">
              <a:rPr lang="da-DK" smtClean="0"/>
              <a:t>05-06-2026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21411-7987-CE75-BFD8-4B86AA816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52F6D-841D-7DCA-943F-D4CE6322F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CC89A-352F-4A3E-BAAE-6E623AFF958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778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B952B-FD74-E6C6-8236-18BD37F6C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34B6D-D9FB-EFDB-C128-A75450EF9F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71851F-1D8F-3191-7942-D1791F634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536ED7-CE2A-8211-D3DC-59AC2D4EA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3F5D-85BD-4D37-979D-F4B22697B1E8}" type="datetimeFigureOut">
              <a:rPr lang="da-DK" smtClean="0"/>
              <a:t>05-06-2026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46B66A-53D1-FDAC-6315-A2E0EC406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9E020E-E124-31FD-39D2-EAB93BE4B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CC89A-352F-4A3E-BAAE-6E623AFF958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65912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D4979-DE27-9BED-7E3E-626C6F37C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EBBED-8C14-3723-A5EE-6969B4C0B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22E3EA-1F6A-9DC4-2BB4-9C5EB9C73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FA3F16-6F61-ED6E-17D1-8872F81D25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C586FF-1680-064E-2F24-9177423DCA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EBEC46-1A10-340C-C7E0-A90D5B3A3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3F5D-85BD-4D37-979D-F4B22697B1E8}" type="datetimeFigureOut">
              <a:rPr lang="da-DK" smtClean="0"/>
              <a:t>05-06-2026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E937D6-D165-0DC0-4B65-C86ED908C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B1D7E0-E156-6A5B-E570-DECACD113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CC89A-352F-4A3E-BAAE-6E623AFF958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05269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78196-DE70-6A7A-F396-14320DBDA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23E01-DDDF-05BB-E05A-E407CE870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3F5D-85BD-4D37-979D-F4B22697B1E8}" type="datetimeFigureOut">
              <a:rPr lang="da-DK" smtClean="0"/>
              <a:t>05-06-2026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DD5EEF-BD19-4DDC-EA75-9FA011AB5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B7FD15-AAEB-F113-06AB-375E9778A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CC89A-352F-4A3E-BAAE-6E623AFF958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4226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745739-1A03-7D46-7A28-E1544813A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3F5D-85BD-4D37-979D-F4B22697B1E8}" type="datetimeFigureOut">
              <a:rPr lang="da-DK" smtClean="0"/>
              <a:t>05-06-2026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5C4F1E-CA2A-C889-D347-61F78AEB9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CB275-4724-2418-BCEC-014434ADF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CC89A-352F-4A3E-BAAE-6E623AFF958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74178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D5B2E-02D2-D7FD-31BE-D235D895A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050D3-5C0D-EE51-07A7-B75AC799E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780C63-DBA1-565C-429B-9A0B8E0F3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E4C39-19A0-C587-8C63-3CD125EC6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3F5D-85BD-4D37-979D-F4B22697B1E8}" type="datetimeFigureOut">
              <a:rPr lang="da-DK" smtClean="0"/>
              <a:t>05-06-2026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11AD9-60EA-57F2-54C3-5C83ABE25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22127-26C4-E6BF-33FC-D115D5CE5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CC89A-352F-4A3E-BAAE-6E623AFF958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64938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59C42-9A6E-34D3-4019-D7992BC71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3344B0-9892-FC1A-2DFB-ED42A43A85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3E4F8A-64CE-9BC3-F38B-F36224EEE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685E70-9216-48BD-23AF-141F047CF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3F5D-85BD-4D37-979D-F4B22697B1E8}" type="datetimeFigureOut">
              <a:rPr lang="da-DK" smtClean="0"/>
              <a:t>05-06-2026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B5BCE-4584-28AE-B11F-F09B8AC23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035520-9DDA-BA8F-9600-0548EC139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CC89A-352F-4A3E-BAAE-6E623AFF958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67009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37821-64B0-E3D7-66B7-22676A25C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988E83-D755-A2CD-3B4D-5EC5D3525F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8CE0C-8322-7B00-C521-78208C489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3F5D-85BD-4D37-979D-F4B22697B1E8}" type="datetimeFigureOut">
              <a:rPr lang="da-DK" smtClean="0"/>
              <a:t>05-06-2026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38E04-906E-1640-857C-2B0667808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6A202-824D-6A54-D60C-6F1B778A7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CC89A-352F-4A3E-BAAE-6E623AFF958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36252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A981A4-A3D9-A910-B35E-5E5A3BE27F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1367A7-8A81-DA7B-90D9-1CD3A6E2F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70C3E-E486-826A-75A1-131452311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3F5D-85BD-4D37-979D-F4B22697B1E8}" type="datetimeFigureOut">
              <a:rPr lang="da-DK" smtClean="0"/>
              <a:t>05-06-2026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B78B8-F8D5-9F52-35D3-89A5B94D3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2789E-99D4-B19B-4C1A-3D38B9A04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CC89A-352F-4A3E-BAAE-6E623AFF958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37835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6AC23D-8FC4-1CD2-735B-AE35070B3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74EA4-9D75-85C7-0C04-5AF66C6E4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781C4-F8A3-960D-A27B-FB97673423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E73F5D-85BD-4D37-979D-F4B22697B1E8}" type="datetimeFigureOut">
              <a:rPr lang="da-DK" smtClean="0"/>
              <a:t>05-06-2026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12B83-9E22-9300-9A20-7EBACDF970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389E8-95CF-63D2-AD19-45DC6C04B7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3CC89A-352F-4A3E-BAAE-6E623AFF958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28216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64FA8-3842-E5A3-1063-EE29DAAF9A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F78DC5-B088-7855-B96F-CE902904BF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Green? What do you mean?</a:t>
            </a:r>
            <a:endParaRPr lang="da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39F70A-2842-922F-DBA2-D3E4DCC4D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72075" cy="29813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C65975-B78E-C8AE-82EE-D71DAA1BC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0271" y="109537"/>
            <a:ext cx="5172075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621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36487-F5ED-7E70-0E34-B315086DE7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4927D8-915E-F206-CA3F-C82ED210E2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DA7B68-43E1-5A0B-0EF4-DA66C78A7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88" y="781050"/>
            <a:ext cx="527685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751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Plykker</dc:creator>
  <cp:lastModifiedBy>Christopher Plykker</cp:lastModifiedBy>
  <cp:revision>1</cp:revision>
  <dcterms:created xsi:type="dcterms:W3CDTF">2026-06-05T07:41:21Z</dcterms:created>
  <dcterms:modified xsi:type="dcterms:W3CDTF">2026-06-05T08:17:23Z</dcterms:modified>
</cp:coreProperties>
</file>