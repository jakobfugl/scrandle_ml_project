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9" r:id="rId4"/>
    <p:sldId id="265" r:id="rId5"/>
    <p:sldId id="262" r:id="rId6"/>
    <p:sldId id="260" r:id="rId7"/>
    <p:sldId id="259" r:id="rId8"/>
    <p:sldId id="266" r:id="rId9"/>
    <p:sldId id="263" r:id="rId10"/>
    <p:sldId id="267" r:id="rId11"/>
    <p:sldId id="268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82A5E6-79E0-42F3-8F3C-5972423F9718}" v="8" dt="2026-06-05T08:37:55.5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dvig Pio" userId="9a89843c4959cd87" providerId="LiveId" clId="{874AE5E9-C85C-43CB-8B21-6910BDEE7130}"/>
    <pc:docChg chg="custSel addSld delSld modSld">
      <pc:chgData name="Ludvig Pio" userId="9a89843c4959cd87" providerId="LiveId" clId="{874AE5E9-C85C-43CB-8B21-6910BDEE7130}" dt="2026-06-05T08:46:15.087" v="242" actId="1076"/>
      <pc:docMkLst>
        <pc:docMk/>
      </pc:docMkLst>
      <pc:sldChg chg="delSp modSp mod">
        <pc:chgData name="Ludvig Pio" userId="9a89843c4959cd87" providerId="LiveId" clId="{874AE5E9-C85C-43CB-8B21-6910BDEE7130}" dt="2026-06-05T08:21:11.225" v="46" actId="14100"/>
        <pc:sldMkLst>
          <pc:docMk/>
          <pc:sldMk cId="811621888" sldId="256"/>
        </pc:sldMkLst>
        <pc:spChg chg="mod">
          <ac:chgData name="Ludvig Pio" userId="9a89843c4959cd87" providerId="LiveId" clId="{874AE5E9-C85C-43CB-8B21-6910BDEE7130}" dt="2026-06-05T08:20:51.918" v="38" actId="113"/>
          <ac:spMkLst>
            <pc:docMk/>
            <pc:sldMk cId="811621888" sldId="256"/>
            <ac:spMk id="2" creationId="{CEF64FA8-3842-E5A3-1063-EE29DAAF9A91}"/>
          </ac:spMkLst>
        </pc:spChg>
        <pc:spChg chg="mod">
          <ac:chgData name="Ludvig Pio" userId="9a89843c4959cd87" providerId="LiveId" clId="{874AE5E9-C85C-43CB-8B21-6910BDEE7130}" dt="2026-06-05T08:20:46.532" v="36" actId="20577"/>
          <ac:spMkLst>
            <pc:docMk/>
            <pc:sldMk cId="811621888" sldId="256"/>
            <ac:spMk id="3" creationId="{4AF78DC5-B088-7855-B96F-CE902904BF84}"/>
          </ac:spMkLst>
        </pc:spChg>
        <pc:picChg chg="mod">
          <ac:chgData name="Ludvig Pio" userId="9a89843c4959cd87" providerId="LiveId" clId="{874AE5E9-C85C-43CB-8B21-6910BDEE7130}" dt="2026-06-05T08:21:11.225" v="46" actId="14100"/>
          <ac:picMkLst>
            <pc:docMk/>
            <pc:sldMk cId="811621888" sldId="256"/>
            <ac:picMk id="7" creationId="{E339F70A-2842-922F-DBA2-D3E4DCC4D579}"/>
          </ac:picMkLst>
        </pc:picChg>
        <pc:picChg chg="del mod">
          <ac:chgData name="Ludvig Pio" userId="9a89843c4959cd87" providerId="LiveId" clId="{874AE5E9-C85C-43CB-8B21-6910BDEE7130}" dt="2026-06-05T08:20:26.982" v="9" actId="478"/>
          <ac:picMkLst>
            <pc:docMk/>
            <pc:sldMk cId="811621888" sldId="256"/>
            <ac:picMk id="9" creationId="{06C65975-B78E-C8AE-82EE-D71DAA1BC71E}"/>
          </ac:picMkLst>
        </pc:picChg>
      </pc:sldChg>
      <pc:sldChg chg="addSp modSp del mod">
        <pc:chgData name="Ludvig Pio" userId="9a89843c4959cd87" providerId="LiveId" clId="{874AE5E9-C85C-43CB-8B21-6910BDEE7130}" dt="2026-06-05T08:26:43.687" v="172" actId="47"/>
        <pc:sldMkLst>
          <pc:docMk/>
          <pc:sldMk cId="549751496" sldId="257"/>
        </pc:sldMkLst>
        <pc:picChg chg="mod">
          <ac:chgData name="Ludvig Pio" userId="9a89843c4959cd87" providerId="LiveId" clId="{874AE5E9-C85C-43CB-8B21-6910BDEE7130}" dt="2026-06-05T08:19:28.729" v="2" actId="1076"/>
          <ac:picMkLst>
            <pc:docMk/>
            <pc:sldMk cId="549751496" sldId="257"/>
            <ac:picMk id="4" creationId="{81DA7B68-43E1-5A0B-0EF4-DA66C78A7966}"/>
          </ac:picMkLst>
        </pc:picChg>
        <pc:picChg chg="add mod">
          <ac:chgData name="Ludvig Pio" userId="9a89843c4959cd87" providerId="LiveId" clId="{874AE5E9-C85C-43CB-8B21-6910BDEE7130}" dt="2026-06-05T08:20:19.854" v="8"/>
          <ac:picMkLst>
            <pc:docMk/>
            <pc:sldMk cId="549751496" sldId="257"/>
            <ac:picMk id="5" creationId="{8B903705-F5B5-0E54-01B1-39B41D62B9A0}"/>
          </ac:picMkLst>
        </pc:picChg>
      </pc:sldChg>
      <pc:sldChg chg="addSp delSp modSp new del mod setBg">
        <pc:chgData name="Ludvig Pio" userId="9a89843c4959cd87" providerId="LiveId" clId="{874AE5E9-C85C-43CB-8B21-6910BDEE7130}" dt="2026-06-05T08:26:45.801" v="173" actId="47"/>
        <pc:sldMkLst>
          <pc:docMk/>
          <pc:sldMk cId="1014079325" sldId="258"/>
        </pc:sldMkLst>
        <pc:spChg chg="mo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2" creationId="{6EB88EE8-8EAE-E4FD-D64D-685304E5570D}"/>
          </ac:spMkLst>
        </pc:spChg>
        <pc:spChg chg="del">
          <ac:chgData name="Ludvig Pio" userId="9a89843c4959cd87" providerId="LiveId" clId="{874AE5E9-C85C-43CB-8B21-6910BDEE7130}" dt="2026-06-05T08:19:44.207" v="4"/>
          <ac:spMkLst>
            <pc:docMk/>
            <pc:sldMk cId="1014079325" sldId="258"/>
            <ac:spMk id="3" creationId="{AB44EF8F-D6B1-86F0-0F46-B07F7E20A66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8" creationId="{EBC9623C-D855-4C60-C1D7-ACDECD94223A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1" creationId="{2B97F24A-32CE-4C1C-A50D-3016B394DCFB}"/>
          </ac:spMkLst>
        </pc:spChg>
        <pc:spChg chg="add">
          <ac:chgData name="Ludvig Pio" userId="9a89843c4959cd87" providerId="LiveId" clId="{874AE5E9-C85C-43CB-8B21-6910BDEE7130}" dt="2026-06-05T08:19:50.179" v="5" actId="26606"/>
          <ac:spMkLst>
            <pc:docMk/>
            <pc:sldMk cId="1014079325" sldId="258"/>
            <ac:spMk id="13" creationId="{CD8B4F24-440B-49E9-B85D-733523DC064B}"/>
          </ac:spMkLst>
        </pc:spChg>
        <pc:picChg chg="add mod">
          <ac:chgData name="Ludvig Pio" userId="9a89843c4959cd87" providerId="LiveId" clId="{874AE5E9-C85C-43CB-8B21-6910BDEE7130}" dt="2026-06-05T08:19:50.179" v="5" actId="26606"/>
          <ac:picMkLst>
            <pc:docMk/>
            <pc:sldMk cId="1014079325" sldId="258"/>
            <ac:picMk id="4" creationId="{FD4E7253-1ABC-93BA-FDCD-FAC46A879915}"/>
          </ac:picMkLst>
        </pc:picChg>
      </pc:sldChg>
      <pc:sldChg chg="addSp delSp modSp new mod">
        <pc:chgData name="Ludvig Pio" userId="9a89843c4959cd87" providerId="LiveId" clId="{874AE5E9-C85C-43CB-8B21-6910BDEE7130}" dt="2026-06-05T08:28:25.974" v="184" actId="1076"/>
        <pc:sldMkLst>
          <pc:docMk/>
          <pc:sldMk cId="1638663160" sldId="259"/>
        </pc:sldMkLst>
        <pc:spChg chg="mod">
          <ac:chgData name="Ludvig Pio" userId="9a89843c4959cd87" providerId="LiveId" clId="{874AE5E9-C85C-43CB-8B21-6910BDEE7130}" dt="2026-06-05T08:25:16.411" v="159" actId="113"/>
          <ac:spMkLst>
            <pc:docMk/>
            <pc:sldMk cId="1638663160" sldId="259"/>
            <ac:spMk id="2" creationId="{D0328152-1A49-AC12-BD11-03D15F7C05CF}"/>
          </ac:spMkLst>
        </pc:spChg>
        <pc:spChg chg="del">
          <ac:chgData name="Ludvig Pio" userId="9a89843c4959cd87" providerId="LiveId" clId="{874AE5E9-C85C-43CB-8B21-6910BDEE7130}" dt="2026-06-05T08:23:57.209" v="62"/>
          <ac:spMkLst>
            <pc:docMk/>
            <pc:sldMk cId="1638663160" sldId="259"/>
            <ac:spMk id="4" creationId="{A19AA71B-ACE2-5307-A26C-D1BCB70EEEB6}"/>
          </ac:spMkLst>
        </pc:spChg>
        <pc:spChg chg="del">
          <ac:chgData name="Ludvig Pio" userId="9a89843c4959cd87" providerId="LiveId" clId="{874AE5E9-C85C-43CB-8B21-6910BDEE7130}" dt="2026-06-05T08:23:03.157" v="48"/>
          <ac:spMkLst>
            <pc:docMk/>
            <pc:sldMk cId="1638663160" sldId="259"/>
            <ac:spMk id="6" creationId="{A4279232-7AC4-7EB1-11D8-D74B4826C882}"/>
          </ac:spMkLst>
        </pc:spChg>
        <pc:spChg chg="add del mod">
          <ac:chgData name="Ludvig Pio" userId="9a89843c4959cd87" providerId="LiveId" clId="{874AE5E9-C85C-43CB-8B21-6910BDEE7130}" dt="2026-06-05T08:28:04.482" v="177" actId="931"/>
          <ac:spMkLst>
            <pc:docMk/>
            <pc:sldMk cId="1638663160" sldId="259"/>
            <ac:spMk id="11" creationId="{683A24C0-570B-3AC2-E505-A36F4F4E1A1D}"/>
          </ac:spMkLst>
        </pc:spChg>
        <pc:picChg chg="add mod">
          <ac:chgData name="Ludvig Pio" userId="9a89843c4959cd87" providerId="LiveId" clId="{874AE5E9-C85C-43CB-8B21-6910BDEE7130}" dt="2026-06-05T08:23:42.954" v="60" actId="1076"/>
          <ac:picMkLst>
            <pc:docMk/>
            <pc:sldMk cId="1638663160" sldId="259"/>
            <ac:picMk id="7" creationId="{8384DCD9-7794-4E28-966D-006ED9A31139}"/>
          </ac:picMkLst>
        </pc:picChg>
        <pc:picChg chg="add mod">
          <ac:chgData name="Ludvig Pio" userId="9a89843c4959cd87" providerId="LiveId" clId="{874AE5E9-C85C-43CB-8B21-6910BDEE7130}" dt="2026-06-05T08:24:21.333" v="66" actId="14100"/>
          <ac:picMkLst>
            <pc:docMk/>
            <pc:sldMk cId="1638663160" sldId="259"/>
            <ac:picMk id="8" creationId="{3C17237F-6E17-6C13-408A-FB0E12CDEF48}"/>
          </ac:picMkLst>
        </pc:picChg>
        <pc:picChg chg="add del mod">
          <ac:chgData name="Ludvig Pio" userId="9a89843c4959cd87" providerId="LiveId" clId="{874AE5E9-C85C-43CB-8B21-6910BDEE7130}" dt="2026-06-05T08:27:56.439" v="176" actId="478"/>
          <ac:picMkLst>
            <pc:docMk/>
            <pc:sldMk cId="1638663160" sldId="259"/>
            <ac:picMk id="9" creationId="{9BDD5595-9B91-9F19-6533-D964FFD325B2}"/>
          </ac:picMkLst>
        </pc:picChg>
        <pc:picChg chg="add mod ord">
          <ac:chgData name="Ludvig Pio" userId="9a89843c4959cd87" providerId="LiveId" clId="{874AE5E9-C85C-43CB-8B21-6910BDEE7130}" dt="2026-06-05T08:28:25.974" v="184" actId="1076"/>
          <ac:picMkLst>
            <pc:docMk/>
            <pc:sldMk cId="1638663160" sldId="259"/>
            <ac:picMk id="13" creationId="{179F8E49-59DD-04C2-E1EB-27CC2184BBE0}"/>
          </ac:picMkLst>
        </pc:picChg>
      </pc:sldChg>
      <pc:sldChg chg="addSp delSp modSp new mod setBg">
        <pc:chgData name="Ludvig Pio" userId="9a89843c4959cd87" providerId="LiveId" clId="{874AE5E9-C85C-43CB-8B21-6910BDEE7130}" dt="2026-06-05T08:27:14.301" v="175" actId="26606"/>
        <pc:sldMkLst>
          <pc:docMk/>
          <pc:sldMk cId="3405534990" sldId="260"/>
        </pc:sldMkLst>
        <pc:spChg chg="mo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2" creationId="{5495E4DF-11FF-A63D-A42F-C98969721ED4}"/>
          </ac:spMkLst>
        </pc:spChg>
        <pc:spChg chg="del">
          <ac:chgData name="Ludvig Pio" userId="9a89843c4959cd87" providerId="LiveId" clId="{874AE5E9-C85C-43CB-8B21-6910BDEE7130}" dt="2026-06-05T08:27:13.219" v="174" actId="931"/>
          <ac:spMkLst>
            <pc:docMk/>
            <pc:sldMk cId="3405534990" sldId="260"/>
            <ac:spMk id="3" creationId="{71B35CC1-5243-ABF8-D9CE-46209181F993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9" creationId="{A265CE1D-EB8C-E765-1820-C5650524DA5C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2" creationId="{2B97F24A-32CE-4C1C-A50D-3016B394DCFB}"/>
          </ac:spMkLst>
        </pc:spChg>
        <pc:spChg chg="add">
          <ac:chgData name="Ludvig Pio" userId="9a89843c4959cd87" providerId="LiveId" clId="{874AE5E9-C85C-43CB-8B21-6910BDEE7130}" dt="2026-06-05T08:27:14.301" v="175" actId="26606"/>
          <ac:spMkLst>
            <pc:docMk/>
            <pc:sldMk cId="3405534990" sldId="260"/>
            <ac:spMk id="14" creationId="{CD8B4F24-440B-49E9-B85D-733523DC064B}"/>
          </ac:spMkLst>
        </pc:spChg>
        <pc:picChg chg="add mod ord">
          <ac:chgData name="Ludvig Pio" userId="9a89843c4959cd87" providerId="LiveId" clId="{874AE5E9-C85C-43CB-8B21-6910BDEE7130}" dt="2026-06-05T08:27:14.301" v="175" actId="26606"/>
          <ac:picMkLst>
            <pc:docMk/>
            <pc:sldMk cId="3405534990" sldId="260"/>
            <ac:picMk id="5" creationId="{C6D04365-7EBD-F564-6FD6-C8D4D333919E}"/>
          </ac:picMkLst>
        </pc:picChg>
      </pc:sldChg>
      <pc:sldChg chg="addSp delSp modSp new del mod">
        <pc:chgData name="Ludvig Pio" userId="9a89843c4959cd87" providerId="LiveId" clId="{874AE5E9-C85C-43CB-8B21-6910BDEE7130}" dt="2026-06-05T08:43:36.151" v="234" actId="47"/>
        <pc:sldMkLst>
          <pc:docMk/>
          <pc:sldMk cId="3117021391" sldId="261"/>
        </pc:sldMkLst>
        <pc:spChg chg="mod">
          <ac:chgData name="Ludvig Pio" userId="9a89843c4959cd87" providerId="LiveId" clId="{874AE5E9-C85C-43CB-8B21-6910BDEE7130}" dt="2026-06-05T08:35:33.775" v="201" actId="20577"/>
          <ac:spMkLst>
            <pc:docMk/>
            <pc:sldMk cId="3117021391" sldId="261"/>
            <ac:spMk id="2" creationId="{4DAAAE3D-C333-F26B-7788-408BDA29C985}"/>
          </ac:spMkLst>
        </pc:spChg>
        <pc:spChg chg="del">
          <ac:chgData name="Ludvig Pio" userId="9a89843c4959cd87" providerId="LiveId" clId="{874AE5E9-C85C-43CB-8B21-6910BDEE7130}" dt="2026-06-05T08:34:23.146" v="188" actId="931"/>
          <ac:spMkLst>
            <pc:docMk/>
            <pc:sldMk cId="3117021391" sldId="261"/>
            <ac:spMk id="3" creationId="{FBC55FA0-83BC-390C-BBD3-5E1F579FE829}"/>
          </ac:spMkLst>
        </pc:spChg>
        <pc:picChg chg="add mod ord">
          <ac:chgData name="Ludvig Pio" userId="9a89843c4959cd87" providerId="LiveId" clId="{874AE5E9-C85C-43CB-8B21-6910BDEE7130}" dt="2026-06-05T08:36:19.143" v="207" actId="14100"/>
          <ac:picMkLst>
            <pc:docMk/>
            <pc:sldMk cId="3117021391" sldId="261"/>
            <ac:picMk id="5" creationId="{F123F7D7-E3C6-FA7A-A6DE-B33FA653B842}"/>
          </ac:picMkLst>
        </pc:picChg>
      </pc:sldChg>
      <pc:sldChg chg="addSp delSp modSp new mod">
        <pc:chgData name="Ludvig Pio" userId="9a89843c4959cd87" providerId="LiveId" clId="{874AE5E9-C85C-43CB-8B21-6910BDEE7130}" dt="2026-06-05T08:43:14.035" v="233" actId="1076"/>
        <pc:sldMkLst>
          <pc:docMk/>
          <pc:sldMk cId="1456906841" sldId="262"/>
        </pc:sldMkLst>
        <pc:spChg chg="mod">
          <ac:chgData name="Ludvig Pio" userId="9a89843c4959cd87" providerId="LiveId" clId="{874AE5E9-C85C-43CB-8B21-6910BDEE7130}" dt="2026-06-05T08:37:55.569" v="217"/>
          <ac:spMkLst>
            <pc:docMk/>
            <pc:sldMk cId="1456906841" sldId="262"/>
            <ac:spMk id="2" creationId="{29DB62E1-B903-A8E8-D154-479C2D897FF7}"/>
          </ac:spMkLst>
        </pc:spChg>
        <pc:spChg chg="del">
          <ac:chgData name="Ludvig Pio" userId="9a89843c4959cd87" providerId="LiveId" clId="{874AE5E9-C85C-43CB-8B21-6910BDEE7130}" dt="2026-06-05T08:36:51.130" v="209"/>
          <ac:spMkLst>
            <pc:docMk/>
            <pc:sldMk cId="1456906841" sldId="262"/>
            <ac:spMk id="3" creationId="{15336D42-5925-2EF7-E53A-983AE445EC74}"/>
          </ac:spMkLst>
        </pc:spChg>
        <pc:spChg chg="del">
          <ac:chgData name="Ludvig Pio" userId="9a89843c4959cd87" providerId="LiveId" clId="{874AE5E9-C85C-43CB-8B21-6910BDEE7130}" dt="2026-06-05T08:37:42.104" v="213" actId="931"/>
          <ac:spMkLst>
            <pc:docMk/>
            <pc:sldMk cId="1456906841" sldId="262"/>
            <ac:spMk id="4" creationId="{4EC073C7-85EF-3A87-6D36-9F946A8B9BEF}"/>
          </ac:spMkLst>
        </pc:spChg>
        <pc:picChg chg="add mod">
          <ac:chgData name="Ludvig Pio" userId="9a89843c4959cd87" providerId="LiveId" clId="{874AE5E9-C85C-43CB-8B21-6910BDEE7130}" dt="2026-06-05T08:38:36.722" v="226" actId="14100"/>
          <ac:picMkLst>
            <pc:docMk/>
            <pc:sldMk cId="1456906841" sldId="262"/>
            <ac:picMk id="5" creationId="{BCB66CDD-CCAB-0C17-6EC6-1FA50907B03D}"/>
          </ac:picMkLst>
        </pc:picChg>
        <pc:picChg chg="add mod ord">
          <ac:chgData name="Ludvig Pio" userId="9a89843c4959cd87" providerId="LiveId" clId="{874AE5E9-C85C-43CB-8B21-6910BDEE7130}" dt="2026-06-05T08:38:32.516" v="225" actId="14100"/>
          <ac:picMkLst>
            <pc:docMk/>
            <pc:sldMk cId="1456906841" sldId="262"/>
            <ac:picMk id="7" creationId="{4B2B17EE-2258-27BB-6A61-105D371FBE01}"/>
          </ac:picMkLst>
        </pc:picChg>
        <pc:picChg chg="add mod">
          <ac:chgData name="Ludvig Pio" userId="9a89843c4959cd87" providerId="LiveId" clId="{874AE5E9-C85C-43CB-8B21-6910BDEE7130}" dt="2026-06-05T08:43:14.035" v="233" actId="1076"/>
          <ac:picMkLst>
            <pc:docMk/>
            <pc:sldMk cId="1456906841" sldId="262"/>
            <ac:picMk id="9" creationId="{E1317429-3582-639E-6514-6F5413E08E77}"/>
          </ac:picMkLst>
        </pc:picChg>
      </pc:sldChg>
      <pc:sldChg chg="addSp delSp modSp new mod">
        <pc:chgData name="Ludvig Pio" userId="9a89843c4959cd87" providerId="LiveId" clId="{874AE5E9-C85C-43CB-8B21-6910BDEE7130}" dt="2026-06-05T08:46:15.087" v="242" actId="1076"/>
        <pc:sldMkLst>
          <pc:docMk/>
          <pc:sldMk cId="3455264546" sldId="263"/>
        </pc:sldMkLst>
        <pc:spChg chg="del">
          <ac:chgData name="Ludvig Pio" userId="9a89843c4959cd87" providerId="LiveId" clId="{874AE5E9-C85C-43CB-8B21-6910BDEE7130}" dt="2026-06-05T08:45:36.369" v="236" actId="22"/>
          <ac:spMkLst>
            <pc:docMk/>
            <pc:sldMk cId="3455264546" sldId="263"/>
            <ac:spMk id="3" creationId="{4B613723-E323-B3A2-6725-B0640AA12C7B}"/>
          </ac:spMkLst>
        </pc:spChg>
        <pc:picChg chg="add mod ord">
          <ac:chgData name="Ludvig Pio" userId="9a89843c4959cd87" providerId="LiveId" clId="{874AE5E9-C85C-43CB-8B21-6910BDEE7130}" dt="2026-06-05T08:46:15.087" v="242" actId="1076"/>
          <ac:picMkLst>
            <pc:docMk/>
            <pc:sldMk cId="3455264546" sldId="263"/>
            <ac:picMk id="5" creationId="{2C8BC148-07C3-9CB7-91B1-4FA9BC6952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3F577-D02C-18DC-3EE9-E92EA2ACA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3FC48-4B85-DF53-5F38-CC6006B98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E2B05-60AE-6BA7-1325-B58B76C18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A5011-F6D1-B5FD-80C9-E153FDD0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1B2D7-0219-2602-783A-5B6555A37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1473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3A6B6-C28D-D55E-4C8C-AD835F8DE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9312B-9B80-6F2E-1385-17084BD63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CDDDF-4742-DF56-C1E2-3129DC069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224D2-4B4E-CEF4-5826-514E8D3F4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E42D1-DDEC-F79F-D394-93E4457F2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3812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41AD6-2697-2750-579E-6EEBF6FA4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DD3355-BD77-2E6E-C243-05636BBEF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93D08E-4086-C068-FE38-7053CEE28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21411-7987-CE75-BFD8-4B86AA816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52F6D-841D-7DCA-943F-D4CE6322F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778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B952B-FD74-E6C6-8236-18BD37F6C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34B6D-D9FB-EFDB-C128-A75450EF9F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71851F-1D8F-3191-7942-D1791F634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36ED7-CE2A-8211-D3DC-59AC2D4EA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46B66A-53D1-FDAC-6315-A2E0EC406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9E020E-E124-31FD-39D2-EAB93BE4B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265912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D4979-DE27-9BED-7E3E-626C6F37C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EBBED-8C14-3723-A5EE-6969B4C0B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2E3EA-1F6A-9DC4-2BB4-9C5EB9C73C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FA3F16-6F61-ED6E-17D1-8872F81D25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C586FF-1680-064E-2F24-9177423D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EBEC46-1A10-340C-C7E0-A90D5B3A3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937D6-D165-0DC0-4B65-C86ED908C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1D7E0-E156-6A5B-E570-DECACD11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0526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78196-DE70-6A7A-F396-14320DBDA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23E01-DDDF-05BB-E05A-E407CE870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D5EEF-BD19-4DDC-EA75-9FA011AB5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B7FD15-AAEB-F113-06AB-375E9778A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226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745739-1A03-7D46-7A28-E1544813A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5C4F1E-CA2A-C889-D347-61F78AEB9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CB275-4724-2418-BCEC-014434A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7417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5B2E-02D2-D7FD-31BE-D235D895A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50D3-5C0D-EE51-07A7-B75AC799E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780C63-DBA1-565C-429B-9A0B8E0F3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AE4C39-19A0-C587-8C63-3CD125EC6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11AD9-60EA-57F2-54C3-5C83ABE25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2127-26C4-E6BF-33FC-D115D5CE5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64938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59C42-9A6E-34D3-4019-D7992BC7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3344B0-9892-FC1A-2DFB-ED42A43A85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3E4F8A-64CE-9BC3-F38B-F36224EEE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85E70-9216-48BD-23AF-141F047CF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0B5BCE-4584-28AE-B11F-F09B8AC2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35520-9DDA-BA8F-9600-0548EC139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6700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37821-64B0-E3D7-66B7-22676A25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88E83-D755-A2CD-3B4D-5EC5D3525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8CE0C-8322-7B00-C521-78208C48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38E04-906E-1640-857C-2B0667808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6A202-824D-6A54-D60C-6F1B778A7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625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A981A4-A3D9-A910-B35E-5E5A3BE27F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1367A7-8A81-DA7B-90D9-1CD3A6E2F6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0C3E-E486-826A-75A1-13145231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B78B8-F8D5-9F52-35D3-89A5B94D3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2789E-99D4-B19B-4C1A-3D38B9A04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7835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6AC23D-8FC4-1CD2-735B-AE35070B3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B74EA4-9D75-85C7-0C04-5AF66C6E4B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5781C4-F8A3-960D-A27B-FB97673423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E73F5D-85BD-4D37-979D-F4B22697B1E8}" type="datetimeFigureOut">
              <a:rPr lang="da-DK" smtClean="0"/>
              <a:t>07-06-2026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12B83-9E22-9300-9A20-7EBACDF970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6389E8-95CF-63D2-AD19-45DC6C04B7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3CC89A-352F-4A3E-BAAE-6E623AFF9585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28216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64FA8-3842-E5A3-1063-EE29DAAF9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1789"/>
            <a:ext cx="9144000" cy="930049"/>
          </a:xfrm>
        </p:spPr>
        <p:txBody>
          <a:bodyPr/>
          <a:lstStyle/>
          <a:p>
            <a:r>
              <a:rPr lang="da-DK" b="1" dirty="0"/>
              <a:t>Green? </a:t>
            </a:r>
            <a:r>
              <a:rPr lang="da-DK" b="1" dirty="0" err="1"/>
              <a:t>What</a:t>
            </a:r>
            <a:r>
              <a:rPr lang="da-DK" b="1" dirty="0"/>
              <a:t> do </a:t>
            </a:r>
            <a:r>
              <a:rPr lang="da-DK" b="1" dirty="0" err="1"/>
              <a:t>you</a:t>
            </a:r>
            <a:r>
              <a:rPr lang="da-DK" b="1" dirty="0"/>
              <a:t> </a:t>
            </a:r>
            <a:r>
              <a:rPr lang="da-DK" b="1" dirty="0" err="1"/>
              <a:t>mean</a:t>
            </a:r>
            <a:r>
              <a:rPr lang="da-DK" b="1" dirty="0"/>
              <a:t>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F78DC5-B088-7855-B96F-CE902904BF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2111375"/>
            <a:ext cx="9144000" cy="1655762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39F70A-2842-922F-DBA2-D3E4DCC4D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47" y="2001838"/>
            <a:ext cx="7688079" cy="443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1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0083E7-F507-A018-B0C2-B6388164B1BD}"/>
              </a:ext>
            </a:extLst>
          </p:cNvPr>
          <p:cNvSpPr txBox="1"/>
          <p:nvPr/>
        </p:nvSpPr>
        <p:spPr>
          <a:xfrm>
            <a:off x="235973" y="160786"/>
            <a:ext cx="11670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Outlier Removal – Two Methods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9ED0C7-49DD-0B24-6611-E7B3D6C1B890}"/>
              </a:ext>
            </a:extLst>
          </p:cNvPr>
          <p:cNvSpPr txBox="1"/>
          <p:nvPr/>
        </p:nvSpPr>
        <p:spPr>
          <a:xfrm>
            <a:off x="429813" y="4774931"/>
            <a:ext cx="55835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Easy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Slow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Tx/>
              <a:buChar char="-"/>
            </a:pP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</a:t>
            </a:r>
          </a:p>
          <a:p>
            <a:pPr marL="285750" indent="-285750">
              <a:buFontTx/>
              <a:buChar char="-"/>
            </a:pP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Sometimes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hard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tell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what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</a:t>
            </a:r>
            <a:r>
              <a:rPr lang="da-DK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outlier</a:t>
            </a:r>
            <a:r>
              <a:rPr lang="da-DK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DFA58-492C-569C-F650-CF58811675D7}"/>
              </a:ext>
            </a:extLst>
          </p:cNvPr>
          <p:cNvSpPr txBox="1"/>
          <p:nvPr/>
        </p:nvSpPr>
        <p:spPr>
          <a:xfrm>
            <a:off x="6629606" y="4776704"/>
            <a:ext cx="42475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variational autoencoder(VAE) or similar for images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3153DC-C09B-4C80-DD11-FACD658182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518" y="1826074"/>
            <a:ext cx="5467930" cy="26420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C41C66-8AAC-EE88-1135-5528F72865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606" y="1565840"/>
            <a:ext cx="4879636" cy="3110767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D6A5922-3A0F-0CFF-755B-A7D88CCD0123}"/>
              </a:ext>
            </a:extLst>
          </p:cNvPr>
          <p:cNvCxnSpPr>
            <a:cxnSpLocks/>
          </p:cNvCxnSpPr>
          <p:nvPr/>
        </p:nvCxnSpPr>
        <p:spPr>
          <a:xfrm>
            <a:off x="6140246" y="1356851"/>
            <a:ext cx="24582" cy="504925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075E9D-FDAB-A961-6F02-C47A72722ECE}"/>
              </a:ext>
            </a:extLst>
          </p:cNvPr>
          <p:cNvSpPr txBox="1"/>
          <p:nvPr/>
        </p:nvSpPr>
        <p:spPr>
          <a:xfrm>
            <a:off x="555525" y="1061130"/>
            <a:ext cx="5137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Manual Removal</a:t>
            </a:r>
            <a:endParaRPr lang="da-DK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74C79-1D63-8987-817B-1ACB70937588}"/>
              </a:ext>
            </a:extLst>
          </p:cNvPr>
          <p:cNvSpPr txBox="1"/>
          <p:nvPr/>
        </p:nvSpPr>
        <p:spPr>
          <a:xfrm>
            <a:off x="6499036" y="1065633"/>
            <a:ext cx="51374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Removal Via Clustering</a:t>
            </a:r>
            <a:endParaRPr lang="da-DK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356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6334C0-C1FC-B5D5-D958-980B9A3BFA7F}"/>
              </a:ext>
            </a:extLst>
          </p:cNvPr>
          <p:cNvSpPr txBox="1"/>
          <p:nvPr/>
        </p:nvSpPr>
        <p:spPr>
          <a:xfrm>
            <a:off x="408038" y="383458"/>
            <a:ext cx="11375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VAE  Model and Challenges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Content Placeholder 6">
            <a:extLst>
              <a:ext uri="{FF2B5EF4-FFF2-40B4-BE49-F238E27FC236}">
                <a16:creationId xmlns:a16="http://schemas.microsoft.com/office/drawing/2014/main" id="{E758FD14-0C2C-AB9C-E5A6-75D069343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4929" y="3821755"/>
            <a:ext cx="4916950" cy="2834264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E5C8295-B60A-9F94-F7F8-FC0DC4254C68}"/>
              </a:ext>
            </a:extLst>
          </p:cNvPr>
          <p:cNvCxnSpPr>
            <a:cxnSpLocks/>
          </p:cNvCxnSpPr>
          <p:nvPr/>
        </p:nvCxnSpPr>
        <p:spPr>
          <a:xfrm>
            <a:off x="6184491" y="3429000"/>
            <a:ext cx="0" cy="3045542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3CE850-E9C5-FBC5-B0C8-2BC06175EE71}"/>
              </a:ext>
            </a:extLst>
          </p:cNvPr>
          <p:cNvSpPr txBox="1"/>
          <p:nvPr/>
        </p:nvSpPr>
        <p:spPr>
          <a:xfrm>
            <a:off x="408038" y="3821755"/>
            <a:ext cx="52700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Normalisation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resolution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Conv2D vs. Conv2Dtranspose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GPU(NVIDIA GeForce RTX 4050)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“Green? What do you mean?”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Padding and output padding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09274C-EA43-3DD9-0AB5-6CE7E84F6920}"/>
              </a:ext>
            </a:extLst>
          </p:cNvPr>
          <p:cNvSpPr txBox="1"/>
          <p:nvPr/>
        </p:nvSpPr>
        <p:spPr>
          <a:xfrm>
            <a:off x="6932152" y="3382158"/>
            <a:ext cx="2271252" cy="368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Recreation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824B9-A280-EA40-B2B1-ED7286247E54}"/>
              </a:ext>
            </a:extLst>
          </p:cNvPr>
          <p:cNvSpPr txBox="1"/>
          <p:nvPr/>
        </p:nvSpPr>
        <p:spPr>
          <a:xfrm>
            <a:off x="9350476" y="3429000"/>
            <a:ext cx="2207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</a:t>
            </a:r>
          </a:p>
          <a:p>
            <a:pPr marL="285750" indent="-285750" algn="ctr">
              <a:buFontTx/>
              <a:buChar char="-"/>
            </a:pP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73B077-01A1-1D7C-DB66-A59D391D7AC9}"/>
              </a:ext>
            </a:extLst>
          </p:cNvPr>
          <p:cNvSpPr txBox="1"/>
          <p:nvPr/>
        </p:nvSpPr>
        <p:spPr>
          <a:xfrm>
            <a:off x="776749" y="1736276"/>
            <a:ext cx="10638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PLACE ILLUSTRATION OF MODEL ARCHITECTURE HERE</a:t>
            </a:r>
            <a:endParaRPr lang="da-DK" sz="3200" dirty="0"/>
          </a:p>
        </p:txBody>
      </p:sp>
    </p:spTree>
    <p:extLst>
      <p:ext uri="{BB962C8B-B14F-4D97-AF65-F5344CB8AC3E}">
        <p14:creationId xmlns:p14="http://schemas.microsoft.com/office/powerpoint/2010/main" val="3619399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4E93B-82E5-EE64-FB6E-8DC35819EDEF}"/>
              </a:ext>
            </a:extLst>
          </p:cNvPr>
          <p:cNvSpPr txBox="1"/>
          <p:nvPr/>
        </p:nvSpPr>
        <p:spPr>
          <a:xfrm>
            <a:off x="338294" y="243684"/>
            <a:ext cx="115154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the Images – The Worst Example</a:t>
            </a:r>
            <a:endParaRPr lang="da-DK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FEA130-0513-D5FA-6EBA-82060ACA291B}"/>
              </a:ext>
            </a:extLst>
          </p:cNvPr>
          <p:cNvCxnSpPr/>
          <p:nvPr/>
        </p:nvCxnSpPr>
        <p:spPr>
          <a:xfrm>
            <a:off x="3215041" y="3799472"/>
            <a:ext cx="703384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2D6FD2EB-78A4-F8D6-71A1-E67C0E1BFFC2}"/>
              </a:ext>
            </a:extLst>
          </p:cNvPr>
          <p:cNvCxnSpPr/>
          <p:nvPr/>
        </p:nvCxnSpPr>
        <p:spPr>
          <a:xfrm flipV="1">
            <a:off x="6715432" y="1787187"/>
            <a:ext cx="1936955" cy="188779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8EEE2934-550C-3929-E648-AE4AF14C27E8}"/>
              </a:ext>
            </a:extLst>
          </p:cNvPr>
          <p:cNvCxnSpPr>
            <a:cxnSpLocks/>
          </p:cNvCxnSpPr>
          <p:nvPr/>
        </p:nvCxnSpPr>
        <p:spPr>
          <a:xfrm>
            <a:off x="6715432" y="3678253"/>
            <a:ext cx="1936955" cy="1930095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90182EB-6431-C447-70B6-AE5B56E82884}"/>
              </a:ext>
            </a:extLst>
          </p:cNvPr>
          <p:cNvSpPr txBox="1"/>
          <p:nvPr/>
        </p:nvSpPr>
        <p:spPr>
          <a:xfrm>
            <a:off x="589935" y="2091298"/>
            <a:ext cx="2310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Scrandle.com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195BDE-03CE-F662-179B-CD11F30E083F}"/>
              </a:ext>
            </a:extLst>
          </p:cNvPr>
          <p:cNvSpPr txBox="1"/>
          <p:nvPr/>
        </p:nvSpPr>
        <p:spPr>
          <a:xfrm>
            <a:off x="4536800" y="2127654"/>
            <a:ext cx="1550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Scraped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085376-4467-AD29-E113-93E76FA0378F}"/>
              </a:ext>
            </a:extLst>
          </p:cNvPr>
          <p:cNvSpPr txBox="1"/>
          <p:nvPr/>
        </p:nvSpPr>
        <p:spPr>
          <a:xfrm>
            <a:off x="8449631" y="3996970"/>
            <a:ext cx="3293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Centred and set to scrandle.com</a:t>
            </a:r>
          </a:p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aspect ratio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3E2102-13C8-B555-B026-3FF895286842}"/>
              </a:ext>
            </a:extLst>
          </p:cNvPr>
          <p:cNvSpPr txBox="1"/>
          <p:nvPr/>
        </p:nvSpPr>
        <p:spPr>
          <a:xfrm>
            <a:off x="8153081" y="905880"/>
            <a:ext cx="3886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Padded to match largest possible image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3857ED-31B7-AFE2-415B-C49E2BC32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04" y="2624178"/>
            <a:ext cx="2499733" cy="23789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A72030-A82E-1632-677C-DC4CAB285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023" y="2832456"/>
            <a:ext cx="2625978" cy="19300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C709EC1-770C-15D6-A9F2-93224B262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5355" y="1322172"/>
            <a:ext cx="2222092" cy="260401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4B67928-E426-5A9B-4FDA-D56B03F6B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5355" y="4631822"/>
            <a:ext cx="2169613" cy="180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8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DB62E1-B903-A8E8-D154-479C2D897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76"/>
            <a:ext cx="10515600" cy="1325563"/>
          </a:xfrm>
        </p:spPr>
        <p:txBody>
          <a:bodyPr/>
          <a:lstStyle/>
          <a:p>
            <a:pPr algn="ctr"/>
            <a:r>
              <a:rPr lang="da-DK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VAE </a:t>
            </a:r>
            <a:r>
              <a:rPr lang="da-DK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BCB66CDD-CCAB-0C17-6EC6-1FA50907B0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0029" y="1392191"/>
            <a:ext cx="5853886" cy="2487637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E1317429-3582-639E-6514-6F5413E08E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0" y="1392191"/>
            <a:ext cx="6080030" cy="45600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D835655-C762-72AD-C528-0A1C91F937EB}"/>
              </a:ext>
            </a:extLst>
          </p:cNvPr>
          <p:cNvSpPr txBox="1"/>
          <p:nvPr/>
        </p:nvSpPr>
        <p:spPr>
          <a:xfrm>
            <a:off x="6406340" y="4079549"/>
            <a:ext cx="52012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batch size of .. And 145 latent space dimensions.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results, despite higher loss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issues with green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borders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Solution: Use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redo decoder, HP optimization</a:t>
            </a:r>
          </a:p>
          <a:p>
            <a:pPr marL="285750" indent="-285750">
              <a:buFontTx/>
              <a:buChar char="-"/>
            </a:pP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90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95E4DF-11FF-A63D-A42F-C9896972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a-DK" sz="5400" b="1"/>
              <a:t>Appendix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265CE1D-EB8C-E765-1820-C5650524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endParaRPr lang="en-US" sz="220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C6D04365-7EBD-F564-6FD6-C8D4D3339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788327"/>
            <a:ext cx="6903720" cy="5281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534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28152-1A49-AC12-BD11-03D15F7C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1" dirty="0"/>
              <a:t>VAE </a:t>
            </a:r>
            <a:r>
              <a:rPr lang="da-DK" b="1" dirty="0" err="1"/>
              <a:t>results</a:t>
            </a:r>
            <a:r>
              <a:rPr lang="da-DK" b="1" dirty="0"/>
              <a:t> with </a:t>
            </a:r>
            <a:r>
              <a:rPr lang="da-DK" b="1" dirty="0" err="1"/>
              <a:t>padded</a:t>
            </a:r>
            <a:r>
              <a:rPr lang="da-DK" b="1" dirty="0"/>
              <a:t> images: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00F19EB-0D0B-3F80-DD13-FD88BB03F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E39266E0-D729-EA35-84AE-29B159611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384DCD9-7794-4E28-966D-006ED9A3113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651511" y="4193940"/>
            <a:ext cx="4528911" cy="2610588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C17237F-6E17-6C13-408A-FB0E12CDE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511" y="1640056"/>
            <a:ext cx="4483214" cy="2584247"/>
          </a:xfrm>
          <a:prstGeom prst="rect">
            <a:avLst/>
          </a:prstGeom>
        </p:spPr>
      </p:pic>
      <p:pic>
        <p:nvPicPr>
          <p:cNvPr id="13" name="Pladsholder til indhold 12">
            <a:extLst>
              <a:ext uri="{FF2B5EF4-FFF2-40B4-BE49-F238E27FC236}">
                <a16:creationId xmlns:a16="http://schemas.microsoft.com/office/drawing/2014/main" id="{179F8E49-59DD-04C2-E1EB-27CC2184BB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00" y="1640056"/>
            <a:ext cx="5860352" cy="4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63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ladsholder til indhold 6">
            <a:extLst>
              <a:ext uri="{FF2B5EF4-FFF2-40B4-BE49-F238E27FC236}">
                <a16:creationId xmlns:a16="http://schemas.microsoft.com/office/drawing/2014/main" id="{1AC903C1-B4F2-355A-117E-A6C83B7402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60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6B86E-38E0-54F1-78C5-C1EEA8506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2C8BC148-07C3-9CB7-91B1-4FA9BC695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6628" y="1784959"/>
            <a:ext cx="6858000" cy="5073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64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0340-CC73-9CEA-58A6-914C3E7800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446038-411C-0952-1C47-D64B006A89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3B8E5E-0910-1137-B7EE-51B6429AE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88" y="96044"/>
            <a:ext cx="4932439" cy="38429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9E6F36-335A-D555-E344-04C95CEF8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261" y="149225"/>
            <a:ext cx="5665546" cy="428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984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D8DF-3C6D-6964-54CA-861F7CB2C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964642"/>
          </a:xfrm>
        </p:spPr>
        <p:txBody>
          <a:bodyPr/>
          <a:lstStyle/>
          <a:p>
            <a:r>
              <a:rPr lang="en-GB" dirty="0"/>
              <a:t>Resnet example image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C5522-A9E5-4C4D-CE77-E22B42443B3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386F0-A7DD-C6EE-FEA3-221850F13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56" y="1192213"/>
            <a:ext cx="5267325" cy="2409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46CB2-0955-D168-2E75-29B974027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386" y="1321789"/>
            <a:ext cx="5267325" cy="240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208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157</Words>
  <Application>Microsoft Office PowerPoint</Application>
  <PresentationFormat>Widescreen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Times New Roman</vt:lpstr>
      <vt:lpstr>Office Theme</vt:lpstr>
      <vt:lpstr>Green? What do you mean?</vt:lpstr>
      <vt:lpstr>PowerPoint Presentation</vt:lpstr>
      <vt:lpstr>PowerPoint Presentation</vt:lpstr>
      <vt:lpstr>PowerPoint Presentation</vt:lpstr>
      <vt:lpstr>VAE Results</vt:lpstr>
      <vt:lpstr>Appendix</vt:lpstr>
      <vt:lpstr>VAE results with padded images:</vt:lpstr>
      <vt:lpstr>PowerPoint Presentation</vt:lpstr>
      <vt:lpstr>PowerPoint Presentation</vt:lpstr>
      <vt:lpstr>PowerPoint Presentation</vt:lpstr>
      <vt:lpstr>Resnet example image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Christopher Plykker</dc:creator>
  <cp:lastModifiedBy>Christopher Plykker</cp:lastModifiedBy>
  <cp:revision>6</cp:revision>
  <dcterms:created xsi:type="dcterms:W3CDTF">2026-06-05T07:41:21Z</dcterms:created>
  <dcterms:modified xsi:type="dcterms:W3CDTF">2026-06-07T10:07:57Z</dcterms:modified>
</cp:coreProperties>
</file>