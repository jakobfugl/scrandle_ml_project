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9" r:id="rId4"/>
    <p:sldId id="265" r:id="rId5"/>
    <p:sldId id="262" r:id="rId6"/>
    <p:sldId id="260" r:id="rId7"/>
    <p:sldId id="266" r:id="rId8"/>
    <p:sldId id="263" r:id="rId9"/>
    <p:sldId id="267" r:id="rId10"/>
    <p:sldId id="268" r:id="rId1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160786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235973" y="1372213"/>
            <a:ext cx="55835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1: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Look at all images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manually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Sometimes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tell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outlier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235973" y="3858566"/>
            <a:ext cx="42475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2: Find outliers by clustering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variational autoencoder(VAE) or similar for images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include non-outliers</a:t>
            </a:r>
          </a:p>
          <a:p>
            <a:pPr marL="285750" indent="-285750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3153DC-C09B-4C80-DD11-FACD6581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204" y="968578"/>
            <a:ext cx="4700493" cy="227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C41C66-8AAC-EE88-1135-5528F7286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113" y="3618163"/>
            <a:ext cx="4508676" cy="2874280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62631DAD-0D4B-9BAF-B279-EA14C4994B60}"/>
              </a:ext>
            </a:extLst>
          </p:cNvPr>
          <p:cNvSpPr/>
          <p:nvPr/>
        </p:nvSpPr>
        <p:spPr>
          <a:xfrm>
            <a:off x="4762919" y="1415061"/>
            <a:ext cx="1406769" cy="12003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C308EED-B32E-9213-3DD9-12F5DB6C1CA2}"/>
              </a:ext>
            </a:extLst>
          </p:cNvPr>
          <p:cNvSpPr/>
          <p:nvPr/>
        </p:nvSpPr>
        <p:spPr>
          <a:xfrm>
            <a:off x="4762918" y="4242610"/>
            <a:ext cx="1406769" cy="12003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51511" y="4193940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00" y="1640056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4E93B-82E5-EE64-FB6E-8DC35819EDEF}"/>
              </a:ext>
            </a:extLst>
          </p:cNvPr>
          <p:cNvSpPr txBox="1"/>
          <p:nvPr/>
        </p:nvSpPr>
        <p:spPr>
          <a:xfrm>
            <a:off x="338294" y="401934"/>
            <a:ext cx="11515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the Images – The Worst Example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FEA130-0513-D5FA-6EBA-82060ACA291B}"/>
              </a:ext>
            </a:extLst>
          </p:cNvPr>
          <p:cNvCxnSpPr/>
          <p:nvPr/>
        </p:nvCxnSpPr>
        <p:spPr>
          <a:xfrm>
            <a:off x="3205209" y="4072524"/>
            <a:ext cx="703384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D6FD2EB-78A4-F8D6-71A1-E67C0E1BFFC2}"/>
              </a:ext>
            </a:extLst>
          </p:cNvPr>
          <p:cNvCxnSpPr/>
          <p:nvPr/>
        </p:nvCxnSpPr>
        <p:spPr>
          <a:xfrm flipV="1">
            <a:off x="6715432" y="2091298"/>
            <a:ext cx="1936955" cy="188779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8EEE2934-550C-3929-E648-AE4AF14C27E8}"/>
              </a:ext>
            </a:extLst>
          </p:cNvPr>
          <p:cNvCxnSpPr>
            <a:cxnSpLocks/>
          </p:cNvCxnSpPr>
          <p:nvPr/>
        </p:nvCxnSpPr>
        <p:spPr>
          <a:xfrm>
            <a:off x="6715432" y="3979092"/>
            <a:ext cx="1936955" cy="1930095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0182EB-6431-C447-70B6-AE5B56E82884}"/>
              </a:ext>
            </a:extLst>
          </p:cNvPr>
          <p:cNvSpPr txBox="1"/>
          <p:nvPr/>
        </p:nvSpPr>
        <p:spPr>
          <a:xfrm>
            <a:off x="589935" y="2091298"/>
            <a:ext cx="231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Scrandle.com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95BDE-03CE-F662-179B-CD11F30E083F}"/>
              </a:ext>
            </a:extLst>
          </p:cNvPr>
          <p:cNvSpPr txBox="1"/>
          <p:nvPr/>
        </p:nvSpPr>
        <p:spPr>
          <a:xfrm>
            <a:off x="4385187" y="2091298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Scraped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085376-4467-AD29-E113-93E76FA0378F}"/>
              </a:ext>
            </a:extLst>
          </p:cNvPr>
          <p:cNvSpPr txBox="1"/>
          <p:nvPr/>
        </p:nvSpPr>
        <p:spPr>
          <a:xfrm>
            <a:off x="8449635" y="4181241"/>
            <a:ext cx="3293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Centred and set to scrandle.com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aspect ratio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E2102-13C8-B555-B026-3FF895286842}"/>
              </a:ext>
            </a:extLst>
          </p:cNvPr>
          <p:cNvSpPr txBox="1"/>
          <p:nvPr/>
        </p:nvSpPr>
        <p:spPr>
          <a:xfrm>
            <a:off x="8153083" y="1102939"/>
            <a:ext cx="3886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Padded to match largest possible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3857ED-31B7-AFE2-415B-C49E2BC32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783" y="2932494"/>
            <a:ext cx="2499733" cy="2378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A72030-A82E-1632-677C-DC4CAB285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398" y="3156920"/>
            <a:ext cx="2625978" cy="19300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709EC1-770C-15D6-A9F2-93224B26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5357" y="1524749"/>
            <a:ext cx="2222092" cy="260401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4B67928-E426-5A9B-4FDA-D56B03F6B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1596" y="4827572"/>
            <a:ext cx="2169613" cy="180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8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76"/>
            <a:ext cx="10515600" cy="1325563"/>
          </a:xfrm>
        </p:spPr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correctly</a:t>
            </a:r>
            <a:r>
              <a:rPr lang="da-DK" b="1" dirty="0"/>
              <a:t> </a:t>
            </a:r>
            <a:r>
              <a:rPr lang="da-DK" b="1" dirty="0" err="1"/>
              <a:t>sized</a:t>
            </a:r>
            <a:r>
              <a:rPr lang="da-DK" b="1" dirty="0"/>
              <a:t> images</a:t>
            </a:r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1972" y="3129078"/>
            <a:ext cx="5853886" cy="2487637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8639"/>
            <a:ext cx="6080030" cy="4560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835655-C762-72AD-C528-0A1C91F937EB}"/>
              </a:ext>
            </a:extLst>
          </p:cNvPr>
          <p:cNvSpPr txBox="1"/>
          <p:nvPr/>
        </p:nvSpPr>
        <p:spPr>
          <a:xfrm>
            <a:off x="6518786" y="1348639"/>
            <a:ext cx="52012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results(despite higher loss)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issues with green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borders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 Use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redo decoder, HP optimization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ladsholder til indhold 6">
            <a:extLst>
              <a:ext uri="{FF2B5EF4-FFF2-40B4-BE49-F238E27FC236}">
                <a16:creationId xmlns:a16="http://schemas.microsoft.com/office/drawing/2014/main" id="{1AC903C1-B4F2-355A-117E-A6C83B74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60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0340-CC73-9CEA-58A6-914C3E7800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446038-411C-0952-1C47-D64B006A89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B8E5E-0910-1137-B7EE-51B6429AE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88" y="96044"/>
            <a:ext cx="4932439" cy="38429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9E6F36-335A-D555-E344-04C95CEF8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261" y="149225"/>
            <a:ext cx="5665546" cy="428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984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D8DF-3C6D-6964-54CA-861F7CB2C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964642"/>
          </a:xfrm>
        </p:spPr>
        <p:txBody>
          <a:bodyPr/>
          <a:lstStyle/>
          <a:p>
            <a:r>
              <a:rPr lang="en-GB" dirty="0"/>
              <a:t>Resnet example image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C5522-A9E5-4C4D-CE77-E22B42443B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386F0-A7DD-C6EE-FEA3-221850F13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56" y="1192213"/>
            <a:ext cx="5267325" cy="2409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46CB2-0955-D168-2E75-29B974027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386" y="1321789"/>
            <a:ext cx="5267325" cy="240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208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116</Words>
  <Application>Microsoft Office PowerPoint</Application>
  <PresentationFormat>Widescreen</PresentationFormat>
  <Paragraphs>25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VAE results with padded images:</vt:lpstr>
      <vt:lpstr>PowerPoint Presentation</vt:lpstr>
      <vt:lpstr>VAE results with correctly sized images</vt:lpstr>
      <vt:lpstr>Appendix</vt:lpstr>
      <vt:lpstr>PowerPoint Presentation</vt:lpstr>
      <vt:lpstr>PowerPoint Presentation</vt:lpstr>
      <vt:lpstr>PowerPoint Presentation</vt:lpstr>
      <vt:lpstr>Resnet example image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5</cp:revision>
  <dcterms:created xsi:type="dcterms:W3CDTF">2026-06-05T07:41:21Z</dcterms:created>
  <dcterms:modified xsi:type="dcterms:W3CDTF">2026-06-06T15:01:22Z</dcterms:modified>
</cp:coreProperties>
</file>