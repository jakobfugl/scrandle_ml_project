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2" r:id="rId4"/>
    <p:sldId id="260" r:id="rId5"/>
    <p:sldId id="263" r:id="rId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05-06-2026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05814" y="4184665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75" y="1854774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with </a:t>
            </a:r>
            <a:r>
              <a:rPr lang="da-DK" b="1" dirty="0" err="1"/>
              <a:t>correctly</a:t>
            </a:r>
            <a:r>
              <a:rPr lang="da-DK" b="1" dirty="0"/>
              <a:t> </a:t>
            </a:r>
            <a:r>
              <a:rPr lang="da-DK" b="1" dirty="0" err="1"/>
              <a:t>sized</a:t>
            </a:r>
            <a:r>
              <a:rPr lang="da-DK" b="1" dirty="0"/>
              <a:t> images</a:t>
            </a:r>
            <a:endParaRPr lang="da-DK" dirty="0"/>
          </a:p>
        </p:txBody>
      </p:sp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4B2B17EE-2258-27BB-6A61-105D371FBE0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086" y="3960553"/>
            <a:ext cx="4789714" cy="2760922"/>
          </a:xfrm>
          <a:prstGeom prst="rect">
            <a:avLst/>
          </a:prstGeom>
        </p:spPr>
      </p:pic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086" y="1726137"/>
            <a:ext cx="5019970" cy="2133260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801" y="1802337"/>
            <a:ext cx="6080030" cy="4560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18</Words>
  <Application>Microsoft Office PowerPoint</Application>
  <PresentationFormat>Widescreen</PresentationFormat>
  <Paragraphs>4</Paragraphs>
  <Slides>5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Green? What do you mean?</vt:lpstr>
      <vt:lpstr>VAE results with padded images</vt:lpstr>
      <vt:lpstr>VAE with correctly sized images</vt:lpstr>
      <vt:lpstr>Appendix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Ludvig Pio</cp:lastModifiedBy>
  <cp:revision>1</cp:revision>
  <dcterms:created xsi:type="dcterms:W3CDTF">2026-06-05T07:41:21Z</dcterms:created>
  <dcterms:modified xsi:type="dcterms:W3CDTF">2026-06-05T08:46:20Z</dcterms:modified>
</cp:coreProperties>
</file>