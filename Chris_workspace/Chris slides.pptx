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9" r:id="rId4"/>
    <p:sldId id="265" r:id="rId5"/>
    <p:sldId id="262" r:id="rId6"/>
    <p:sldId id="260" r:id="rId7"/>
    <p:sldId id="266" r:id="rId8"/>
    <p:sldId id="263" r:id="rId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06-06-2026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0083E7-F507-A018-B0C2-B6388164B1BD}"/>
              </a:ext>
            </a:extLst>
          </p:cNvPr>
          <p:cNvSpPr txBox="1"/>
          <p:nvPr/>
        </p:nvSpPr>
        <p:spPr>
          <a:xfrm>
            <a:off x="235973" y="462114"/>
            <a:ext cx="1167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Removal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ED0C7-49DD-0B24-6611-E7B3D6C1B890}"/>
              </a:ext>
            </a:extLst>
          </p:cNvPr>
          <p:cNvSpPr txBox="1"/>
          <p:nvPr/>
        </p:nvSpPr>
        <p:spPr>
          <a:xfrm>
            <a:off x="512466" y="1436914"/>
            <a:ext cx="55835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1: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Look at all images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manually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Sometimes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tell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outlier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247948-A647-A3BD-76F3-D39654CBC709}"/>
              </a:ext>
            </a:extLst>
          </p:cNvPr>
          <p:cNvSpPr txBox="1"/>
          <p:nvPr/>
        </p:nvSpPr>
        <p:spPr>
          <a:xfrm>
            <a:off x="6501284" y="4260500"/>
            <a:ext cx="4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INSERT CLUSTER IMAGE</a:t>
            </a:r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DFA58-492C-569C-F650-CF58811675D7}"/>
              </a:ext>
            </a:extLst>
          </p:cNvPr>
          <p:cNvSpPr txBox="1"/>
          <p:nvPr/>
        </p:nvSpPr>
        <p:spPr>
          <a:xfrm>
            <a:off x="532563" y="4260500"/>
            <a:ext cx="53859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2: Find outliers by clustering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variational autoencoder(VAE) or similar for images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include non-outliers</a:t>
            </a:r>
          </a:p>
          <a:p>
            <a:pPr marL="285750" indent="-285750">
              <a:buFontTx/>
              <a:buChar char="-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3153DC-C09B-4C80-DD11-FACD6581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588" y="1313802"/>
            <a:ext cx="5313364" cy="2567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6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images: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05814" y="4184665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75" y="1854774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4E93B-82E5-EE64-FB6E-8DC35819EDEF}"/>
              </a:ext>
            </a:extLst>
          </p:cNvPr>
          <p:cNvSpPr txBox="1"/>
          <p:nvPr/>
        </p:nvSpPr>
        <p:spPr>
          <a:xfrm>
            <a:off x="338294" y="401934"/>
            <a:ext cx="115154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the Images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C9AE9-EE6A-1679-A511-A1A4A5093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826" y="2932496"/>
            <a:ext cx="2578285" cy="2300208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FEA130-0513-D5FA-6EBA-82060ACA291B}"/>
              </a:ext>
            </a:extLst>
          </p:cNvPr>
          <p:cNvCxnSpPr/>
          <p:nvPr/>
        </p:nvCxnSpPr>
        <p:spPr>
          <a:xfrm>
            <a:off x="3205209" y="4072524"/>
            <a:ext cx="703384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7E3F1AF-F193-3F8A-EE1F-919A71505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691" y="2932496"/>
            <a:ext cx="2300209" cy="2300209"/>
          </a:xfrm>
          <a:prstGeom prst="rect">
            <a:avLst/>
          </a:prstGeom>
        </p:spPr>
      </p:pic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D6FD2EB-78A4-F8D6-71A1-E67C0E1BFFC2}"/>
              </a:ext>
            </a:extLst>
          </p:cNvPr>
          <p:cNvCxnSpPr/>
          <p:nvPr/>
        </p:nvCxnSpPr>
        <p:spPr>
          <a:xfrm flipV="1">
            <a:off x="6715432" y="2091298"/>
            <a:ext cx="1936955" cy="188779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8EEE2934-550C-3929-E648-AE4AF14C27E8}"/>
              </a:ext>
            </a:extLst>
          </p:cNvPr>
          <p:cNvCxnSpPr>
            <a:cxnSpLocks/>
          </p:cNvCxnSpPr>
          <p:nvPr/>
        </p:nvCxnSpPr>
        <p:spPr>
          <a:xfrm>
            <a:off x="6715432" y="3979092"/>
            <a:ext cx="1936955" cy="1930095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90182EB-6431-C447-70B6-AE5B56E82884}"/>
              </a:ext>
            </a:extLst>
          </p:cNvPr>
          <p:cNvSpPr txBox="1"/>
          <p:nvPr/>
        </p:nvSpPr>
        <p:spPr>
          <a:xfrm>
            <a:off x="589935" y="2091298"/>
            <a:ext cx="2310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Scrandle.com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195BDE-03CE-F662-179B-CD11F30E083F}"/>
              </a:ext>
            </a:extLst>
          </p:cNvPr>
          <p:cNvSpPr txBox="1"/>
          <p:nvPr/>
        </p:nvSpPr>
        <p:spPr>
          <a:xfrm>
            <a:off x="4385187" y="2091298"/>
            <a:ext cx="1550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Scraped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2517F14-56D6-DC62-5C6F-56C38685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9702" y="4827572"/>
            <a:ext cx="2323871" cy="193655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3085376-4467-AD29-E113-93E76FA0378F}"/>
              </a:ext>
            </a:extLst>
          </p:cNvPr>
          <p:cNvSpPr txBox="1"/>
          <p:nvPr/>
        </p:nvSpPr>
        <p:spPr>
          <a:xfrm>
            <a:off x="8449635" y="4181241"/>
            <a:ext cx="3293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Centred and set to scrandle.com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aspect ratio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931738F-E579-4891-9ED1-AC59CDB6D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9702" y="1573345"/>
            <a:ext cx="1883159" cy="220682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33E2102-13C8-B555-B026-3FF895286842}"/>
              </a:ext>
            </a:extLst>
          </p:cNvPr>
          <p:cNvSpPr txBox="1"/>
          <p:nvPr/>
        </p:nvSpPr>
        <p:spPr>
          <a:xfrm>
            <a:off x="8153083" y="1102939"/>
            <a:ext cx="3886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Padded to match largest possible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8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76"/>
            <a:ext cx="10515600" cy="1325563"/>
          </a:xfrm>
        </p:spPr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correctly</a:t>
            </a:r>
            <a:r>
              <a:rPr lang="da-DK" b="1" dirty="0"/>
              <a:t> </a:t>
            </a:r>
            <a:r>
              <a:rPr lang="da-DK" b="1" dirty="0" err="1"/>
              <a:t>sized</a:t>
            </a:r>
            <a:r>
              <a:rPr lang="da-DK" b="1" dirty="0"/>
              <a:t> images</a:t>
            </a:r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1972" y="3129078"/>
            <a:ext cx="5853886" cy="2487637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8639"/>
            <a:ext cx="6080030" cy="4560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835655-C762-72AD-C528-0A1C91F937EB}"/>
              </a:ext>
            </a:extLst>
          </p:cNvPr>
          <p:cNvSpPr txBox="1"/>
          <p:nvPr/>
        </p:nvSpPr>
        <p:spPr>
          <a:xfrm>
            <a:off x="6518786" y="1348639"/>
            <a:ext cx="52012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results(despite higher loss)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issues with green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borders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 Use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redo decoder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ladsholder til indhold 6">
            <a:extLst>
              <a:ext uri="{FF2B5EF4-FFF2-40B4-BE49-F238E27FC236}">
                <a16:creationId xmlns:a16="http://schemas.microsoft.com/office/drawing/2014/main" id="{1AC903C1-B4F2-355A-117E-A6C83B74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60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110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Green? What do you mean?</vt:lpstr>
      <vt:lpstr>PowerPoint Presentation</vt:lpstr>
      <vt:lpstr>VAE results with padded images:</vt:lpstr>
      <vt:lpstr>PowerPoint Presentation</vt:lpstr>
      <vt:lpstr>VAE results with correctly sized images</vt:lpstr>
      <vt:lpstr>Appendix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Christopher Plykker</cp:lastModifiedBy>
  <cp:revision>3</cp:revision>
  <dcterms:created xsi:type="dcterms:W3CDTF">2026-06-05T07:41:21Z</dcterms:created>
  <dcterms:modified xsi:type="dcterms:W3CDTF">2026-06-06T14:04:57Z</dcterms:modified>
</cp:coreProperties>
</file>