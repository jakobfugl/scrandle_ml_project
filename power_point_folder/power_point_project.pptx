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5" r:id="rId4"/>
    <p:sldId id="266" r:id="rId5"/>
    <p:sldId id="258" r:id="rId6"/>
    <p:sldId id="259" r:id="rId7"/>
    <p:sldId id="260" r:id="rId8"/>
    <p:sldId id="262" r:id="rId9"/>
    <p:sldId id="261" r:id="rId10"/>
    <p:sldId id="263" r:id="rId11"/>
    <p:sldId id="267" r:id="rId12"/>
    <p:sldId id="268" r:id="rId13"/>
    <p:sldId id="269" r:id="rId14"/>
    <p:sldId id="270" r:id="rId15"/>
    <p:sldId id="273" r:id="rId16"/>
    <p:sldId id="271" r:id="rId17"/>
    <p:sldId id="272" r:id="rId18"/>
    <p:sldId id="264" r:id="rId19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521796-5F0E-439D-A398-16F68E4E77DC}" v="13" dt="2026-06-03T14:11:25.8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lrik Steen Andersen" userId="66700c71-4b67-4d05-a025-65cca66a2d9e" providerId="ADAL" clId="{40447571-E4A6-4F32-A1D1-C8BB8A79932B}"/>
    <pc:docChg chg="undo custSel addSld modSld">
      <pc:chgData name="Ulrik Steen Andersen" userId="66700c71-4b67-4d05-a025-65cca66a2d9e" providerId="ADAL" clId="{40447571-E4A6-4F32-A1D1-C8BB8A79932B}" dt="2026-06-08T07:39:46.721" v="3075" actId="20577"/>
      <pc:docMkLst>
        <pc:docMk/>
      </pc:docMkLst>
      <pc:sldChg chg="modSp new mod">
        <pc:chgData name="Ulrik Steen Andersen" userId="66700c71-4b67-4d05-a025-65cca66a2d9e" providerId="ADAL" clId="{40447571-E4A6-4F32-A1D1-C8BB8A79932B}" dt="2026-06-03T14:11:09.075" v="3001" actId="114"/>
        <pc:sldMkLst>
          <pc:docMk/>
          <pc:sldMk cId="180760261" sldId="256"/>
        </pc:sldMkLst>
        <pc:spChg chg="mod">
          <ac:chgData name="Ulrik Steen Andersen" userId="66700c71-4b67-4d05-a025-65cca66a2d9e" providerId="ADAL" clId="{40447571-E4A6-4F32-A1D1-C8BB8A79932B}" dt="2026-06-01T11:56:14.434" v="137" actId="20577"/>
          <ac:spMkLst>
            <pc:docMk/>
            <pc:sldMk cId="180760261" sldId="256"/>
            <ac:spMk id="2" creationId="{EE7F874A-AAA4-64B7-5AA4-324D8BAD680F}"/>
          </ac:spMkLst>
        </pc:spChg>
        <pc:spChg chg="mod">
          <ac:chgData name="Ulrik Steen Andersen" userId="66700c71-4b67-4d05-a025-65cca66a2d9e" providerId="ADAL" clId="{40447571-E4A6-4F32-A1D1-C8BB8A79932B}" dt="2026-06-03T14:11:09.075" v="3001" actId="114"/>
          <ac:spMkLst>
            <pc:docMk/>
            <pc:sldMk cId="180760261" sldId="256"/>
            <ac:spMk id="3" creationId="{872171BB-126B-F4E5-DEDC-B9091558F679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14:08:14.265" v="2972" actId="1076"/>
        <pc:sldMkLst>
          <pc:docMk/>
          <pc:sldMk cId="1615612790" sldId="257"/>
        </pc:sldMkLst>
        <pc:spChg chg="mod">
          <ac:chgData name="Ulrik Steen Andersen" userId="66700c71-4b67-4d05-a025-65cca66a2d9e" providerId="ADAL" clId="{40447571-E4A6-4F32-A1D1-C8BB8A79932B}" dt="2026-06-01T11:56:03.966" v="113" actId="20577"/>
          <ac:spMkLst>
            <pc:docMk/>
            <pc:sldMk cId="1615612790" sldId="257"/>
            <ac:spMk id="2" creationId="{B54718DF-5891-E07B-D7DF-ACEDD5E81C2C}"/>
          </ac:spMkLst>
        </pc:spChg>
        <pc:spChg chg="mod">
          <ac:chgData name="Ulrik Steen Andersen" userId="66700c71-4b67-4d05-a025-65cca66a2d9e" providerId="ADAL" clId="{40447571-E4A6-4F32-A1D1-C8BB8A79932B}" dt="2026-06-03T14:08:14.265" v="2972" actId="1076"/>
          <ac:spMkLst>
            <pc:docMk/>
            <pc:sldMk cId="1615612790" sldId="257"/>
            <ac:spMk id="3" creationId="{150DB7B7-796F-8C78-D419-FE6724614FAF}"/>
          </ac:spMkLst>
        </pc:spChg>
        <pc:spChg chg="add mod">
          <ac:chgData name="Ulrik Steen Andersen" userId="66700c71-4b67-4d05-a025-65cca66a2d9e" providerId="ADAL" clId="{40447571-E4A6-4F32-A1D1-C8BB8A79932B}" dt="2026-06-03T14:06:55.323" v="2970" actId="20577"/>
          <ac:spMkLst>
            <pc:docMk/>
            <pc:sldMk cId="1615612790" sldId="257"/>
            <ac:spMk id="6" creationId="{61F9C31E-7FBF-0AD1-71D0-1F1C1E613541}"/>
          </ac:spMkLst>
        </pc:spChg>
        <pc:picChg chg="add mod ord">
          <ac:chgData name="Ulrik Steen Andersen" userId="66700c71-4b67-4d05-a025-65cca66a2d9e" providerId="ADAL" clId="{40447571-E4A6-4F32-A1D1-C8BB8A79932B}" dt="2026-06-03T09:17:21.114" v="874" actId="1076"/>
          <ac:picMkLst>
            <pc:docMk/>
            <pc:sldMk cId="1615612790" sldId="257"/>
            <ac:picMk id="5" creationId="{B9A510AC-FCBF-3675-EAD5-A0E8CEB495B6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3:32:38.908" v="2934" actId="14100"/>
        <pc:sldMkLst>
          <pc:docMk/>
          <pc:sldMk cId="3353930083" sldId="258"/>
        </pc:sldMkLst>
        <pc:spChg chg="mod">
          <ac:chgData name="Ulrik Steen Andersen" userId="66700c71-4b67-4d05-a025-65cca66a2d9e" providerId="ADAL" clId="{40447571-E4A6-4F32-A1D1-C8BB8A79932B}" dt="2026-06-03T12:38:27.099" v="2598" actId="14100"/>
          <ac:spMkLst>
            <pc:docMk/>
            <pc:sldMk cId="3353930083" sldId="258"/>
            <ac:spMk id="2" creationId="{87CBB29F-E2B7-4445-067E-3696797203C3}"/>
          </ac:spMkLst>
        </pc:spChg>
        <pc:spChg chg="mod">
          <ac:chgData name="Ulrik Steen Andersen" userId="66700c71-4b67-4d05-a025-65cca66a2d9e" providerId="ADAL" clId="{40447571-E4A6-4F32-A1D1-C8BB8A79932B}" dt="2026-06-03T12:43:41.025" v="2639" actId="207"/>
          <ac:spMkLst>
            <pc:docMk/>
            <pc:sldMk cId="3353930083" sldId="258"/>
            <ac:spMk id="3" creationId="{99D1C8F8-A3D6-D9D2-43F3-18D1BD64E18C}"/>
          </ac:spMkLst>
        </pc:spChg>
        <pc:spChg chg="add mod">
          <ac:chgData name="Ulrik Steen Andersen" userId="66700c71-4b67-4d05-a025-65cca66a2d9e" providerId="ADAL" clId="{40447571-E4A6-4F32-A1D1-C8BB8A79932B}" dt="2026-06-03T12:42:41.657" v="2635" actId="20577"/>
          <ac:spMkLst>
            <pc:docMk/>
            <pc:sldMk cId="3353930083" sldId="258"/>
            <ac:spMk id="4" creationId="{F96DE276-8C2D-B934-6A72-FA8F03F2B34A}"/>
          </ac:spMkLst>
        </pc:spChg>
        <pc:spChg chg="add mod">
          <ac:chgData name="Ulrik Steen Andersen" userId="66700c71-4b67-4d05-a025-65cca66a2d9e" providerId="ADAL" clId="{40447571-E4A6-4F32-A1D1-C8BB8A79932B}" dt="2026-06-03T12:43:45.498" v="2641" actId="20577"/>
          <ac:spMkLst>
            <pc:docMk/>
            <pc:sldMk cId="3353930083" sldId="258"/>
            <ac:spMk id="5" creationId="{B138D4C3-4DC8-328B-A3C5-DB99F679C05A}"/>
          </ac:spMkLst>
        </pc:spChg>
        <pc:spChg chg="add mod">
          <ac:chgData name="Ulrik Steen Andersen" userId="66700c71-4b67-4d05-a025-65cca66a2d9e" providerId="ADAL" clId="{40447571-E4A6-4F32-A1D1-C8BB8A79932B}" dt="2026-06-03T12:38:34.757" v="2600" actId="14100"/>
          <ac:spMkLst>
            <pc:docMk/>
            <pc:sldMk cId="3353930083" sldId="258"/>
            <ac:spMk id="6" creationId="{CCEFC551-0FFA-BD21-70BE-C2B214A69F10}"/>
          </ac:spMkLst>
        </pc:spChg>
        <pc:spChg chg="add mod">
          <ac:chgData name="Ulrik Steen Andersen" userId="66700c71-4b67-4d05-a025-65cca66a2d9e" providerId="ADAL" clId="{40447571-E4A6-4F32-A1D1-C8BB8A79932B}" dt="2026-06-03T12:39:20.487" v="2604" actId="14100"/>
          <ac:spMkLst>
            <pc:docMk/>
            <pc:sldMk cId="3353930083" sldId="258"/>
            <ac:spMk id="7" creationId="{1F58266C-F087-C608-D553-2F76371A1359}"/>
          </ac:spMkLst>
        </pc:spChg>
        <pc:spChg chg="add mod">
          <ac:chgData name="Ulrik Steen Andersen" userId="66700c71-4b67-4d05-a025-65cca66a2d9e" providerId="ADAL" clId="{40447571-E4A6-4F32-A1D1-C8BB8A79932B}" dt="2026-06-03T12:38:30.926" v="2599" actId="14100"/>
          <ac:spMkLst>
            <pc:docMk/>
            <pc:sldMk cId="3353930083" sldId="258"/>
            <ac:spMk id="9" creationId="{42D5538C-5E26-5625-1E66-AB3BDEF82CDF}"/>
          </ac:spMkLst>
        </pc:spChg>
        <pc:spChg chg="add mod">
          <ac:chgData name="Ulrik Steen Andersen" userId="66700c71-4b67-4d05-a025-65cca66a2d9e" providerId="ADAL" clId="{40447571-E4A6-4F32-A1D1-C8BB8A79932B}" dt="2026-06-03T12:43:59.273" v="2642" actId="1076"/>
          <ac:spMkLst>
            <pc:docMk/>
            <pc:sldMk cId="3353930083" sldId="258"/>
            <ac:spMk id="10" creationId="{4C2BD66F-4F7F-9BBA-6A35-D51E3ED1BD22}"/>
          </ac:spMkLst>
        </pc:spChg>
        <pc:spChg chg="add mod">
          <ac:chgData name="Ulrik Steen Andersen" userId="66700c71-4b67-4d05-a025-65cca66a2d9e" providerId="ADAL" clId="{40447571-E4A6-4F32-A1D1-C8BB8A79932B}" dt="2026-06-03T12:39:39.247" v="2608" actId="1076"/>
          <ac:spMkLst>
            <pc:docMk/>
            <pc:sldMk cId="3353930083" sldId="258"/>
            <ac:spMk id="15" creationId="{7A5044FB-0B4C-4807-4646-8BBC24E9B34E}"/>
          </ac:spMkLst>
        </pc:spChg>
        <pc:picChg chg="add mod">
          <ac:chgData name="Ulrik Steen Andersen" userId="66700c71-4b67-4d05-a025-65cca66a2d9e" providerId="ADAL" clId="{40447571-E4A6-4F32-A1D1-C8BB8A79932B}" dt="2026-06-03T12:43:15.673" v="2638" actId="1076"/>
          <ac:picMkLst>
            <pc:docMk/>
            <pc:sldMk cId="3353930083" sldId="258"/>
            <ac:picMk id="14" creationId="{99656382-23FD-B155-83C4-A7C6BC9EB2F2}"/>
          </ac:picMkLst>
        </pc:picChg>
        <pc:picChg chg="add mod">
          <ac:chgData name="Ulrik Steen Andersen" userId="66700c71-4b67-4d05-a025-65cca66a2d9e" providerId="ADAL" clId="{40447571-E4A6-4F32-A1D1-C8BB8A79932B}" dt="2026-06-03T13:32:38.908" v="2934" actId="14100"/>
          <ac:picMkLst>
            <pc:docMk/>
            <pc:sldMk cId="3353930083" sldId="258"/>
            <ac:picMk id="17" creationId="{7527CC44-2BA4-C310-C300-5B73E2F19DBB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09:08:28.964" v="785" actId="1076"/>
        <pc:sldMkLst>
          <pc:docMk/>
          <pc:sldMk cId="3126988782" sldId="259"/>
        </pc:sldMkLst>
        <pc:spChg chg="mod">
          <ac:chgData name="Ulrik Steen Andersen" userId="66700c71-4b67-4d05-a025-65cca66a2d9e" providerId="ADAL" clId="{40447571-E4A6-4F32-A1D1-C8BB8A79932B}" dt="2026-06-01T11:57:20.113" v="196" actId="20577"/>
          <ac:spMkLst>
            <pc:docMk/>
            <pc:sldMk cId="3126988782" sldId="259"/>
            <ac:spMk id="2" creationId="{784D0DBC-CA31-C8F7-5169-89D66E666E39}"/>
          </ac:spMkLst>
        </pc:spChg>
        <pc:picChg chg="add mod ord">
          <ac:chgData name="Ulrik Steen Andersen" userId="66700c71-4b67-4d05-a025-65cca66a2d9e" providerId="ADAL" clId="{40447571-E4A6-4F32-A1D1-C8BB8A79932B}" dt="2026-06-03T09:08:28.964" v="785" actId="1076"/>
          <ac:picMkLst>
            <pc:docMk/>
            <pc:sldMk cId="3126988782" sldId="259"/>
            <ac:picMk id="5" creationId="{327F55E2-289F-8A3E-B9E9-4A29EA6EECB1}"/>
          </ac:picMkLst>
        </pc:picChg>
      </pc:sldChg>
      <pc:sldChg chg="addSp delSp modSp new mod setBg">
        <pc:chgData name="Ulrik Steen Andersen" userId="66700c71-4b67-4d05-a025-65cca66a2d9e" providerId="ADAL" clId="{40447571-E4A6-4F32-A1D1-C8BB8A79932B}" dt="2026-06-03T14:15:33.342" v="3009" actId="1076"/>
        <pc:sldMkLst>
          <pc:docMk/>
          <pc:sldMk cId="3796435232" sldId="260"/>
        </pc:sldMkLst>
        <pc:spChg chg="mod ord">
          <ac:chgData name="Ulrik Steen Andersen" userId="66700c71-4b67-4d05-a025-65cca66a2d9e" providerId="ADAL" clId="{40447571-E4A6-4F32-A1D1-C8BB8A79932B}" dt="2026-06-01T12:37:06.105" v="768" actId="14100"/>
          <ac:spMkLst>
            <pc:docMk/>
            <pc:sldMk cId="3796435232" sldId="260"/>
            <ac:spMk id="2" creationId="{16DA5B2F-C13B-8A3B-2ACE-C89173C187A0}"/>
          </ac:spMkLst>
        </pc:spChg>
        <pc:picChg chg="add mod ord">
          <ac:chgData name="Ulrik Steen Andersen" userId="66700c71-4b67-4d05-a025-65cca66a2d9e" providerId="ADAL" clId="{40447571-E4A6-4F32-A1D1-C8BB8A79932B}" dt="2026-06-03T14:15:33.342" v="3009" actId="1076"/>
          <ac:picMkLst>
            <pc:docMk/>
            <pc:sldMk cId="3796435232" sldId="260"/>
            <ac:picMk id="9" creationId="{6299B41E-D8FC-F813-AE0E-8E7CA4A5069B}"/>
          </ac:picMkLst>
        </pc:picChg>
      </pc:sldChg>
      <pc:sldChg chg="modSp new mod">
        <pc:chgData name="Ulrik Steen Andersen" userId="66700c71-4b67-4d05-a025-65cca66a2d9e" providerId="ADAL" clId="{40447571-E4A6-4F32-A1D1-C8BB8A79932B}" dt="2026-06-01T12:33:34.831" v="745" actId="20577"/>
        <pc:sldMkLst>
          <pc:docMk/>
          <pc:sldMk cId="2214895637" sldId="261"/>
        </pc:sldMkLst>
        <pc:spChg chg="mod">
          <ac:chgData name="Ulrik Steen Andersen" userId="66700c71-4b67-4d05-a025-65cca66a2d9e" providerId="ADAL" clId="{40447571-E4A6-4F32-A1D1-C8BB8A79932B}" dt="2026-06-01T12:33:34.831" v="745" actId="20577"/>
          <ac:spMkLst>
            <pc:docMk/>
            <pc:sldMk cId="2214895637" sldId="261"/>
            <ac:spMk id="2" creationId="{F13E44ED-EB60-15E1-C51F-14527F24DFA4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13:30:01.785" v="2927" actId="20577"/>
        <pc:sldMkLst>
          <pc:docMk/>
          <pc:sldMk cId="4046370384" sldId="262"/>
        </pc:sldMkLst>
        <pc:spChg chg="mod">
          <ac:chgData name="Ulrik Steen Andersen" userId="66700c71-4b67-4d05-a025-65cca66a2d9e" providerId="ADAL" clId="{40447571-E4A6-4F32-A1D1-C8BB8A79932B}" dt="2026-06-03T13:30:01.785" v="2927" actId="20577"/>
          <ac:spMkLst>
            <pc:docMk/>
            <pc:sldMk cId="4046370384" sldId="262"/>
            <ac:spMk id="2" creationId="{C06F72B8-ABC3-AFCB-3211-0FCDE1EA33B3}"/>
          </ac:spMkLst>
        </pc:spChg>
        <pc:spChg chg="mod">
          <ac:chgData name="Ulrik Steen Andersen" userId="66700c71-4b67-4d05-a025-65cca66a2d9e" providerId="ADAL" clId="{40447571-E4A6-4F32-A1D1-C8BB8A79932B}" dt="2026-06-03T13:21:56.311" v="2925" actId="20577"/>
          <ac:spMkLst>
            <pc:docMk/>
            <pc:sldMk cId="4046370384" sldId="262"/>
            <ac:spMk id="3" creationId="{F37D97ED-4161-CFFE-EE36-538E8E00A6D3}"/>
          </ac:spMkLst>
        </pc:spChg>
        <pc:spChg chg="mod">
          <ac:chgData name="Ulrik Steen Andersen" userId="66700c71-4b67-4d05-a025-65cca66a2d9e" providerId="ADAL" clId="{40447571-E4A6-4F32-A1D1-C8BB8A79932B}" dt="2026-06-03T13:21:54.133" v="2912" actId="27636"/>
          <ac:spMkLst>
            <pc:docMk/>
            <pc:sldMk cId="4046370384" sldId="262"/>
            <ac:spMk id="5" creationId="{5EF8A989-D133-115B-C69C-ED32AC92500D}"/>
          </ac:spMkLst>
        </pc:spChg>
        <pc:picChg chg="add mod ord">
          <ac:chgData name="Ulrik Steen Andersen" userId="66700c71-4b67-4d05-a025-65cca66a2d9e" providerId="ADAL" clId="{40447571-E4A6-4F32-A1D1-C8BB8A79932B}" dt="2026-06-03T08:39:41.921" v="773"/>
          <ac:picMkLst>
            <pc:docMk/>
            <pc:sldMk cId="4046370384" sldId="262"/>
            <ac:picMk id="8" creationId="{C12F20BD-A01B-C65E-2C9C-C9DB708369BA}"/>
          </ac:picMkLst>
        </pc:picChg>
        <pc:picChg chg="add mod ord">
          <ac:chgData name="Ulrik Steen Andersen" userId="66700c71-4b67-4d05-a025-65cca66a2d9e" providerId="ADAL" clId="{40447571-E4A6-4F32-A1D1-C8BB8A79932B}" dt="2026-06-03T08:41:05.374" v="781"/>
          <ac:picMkLst>
            <pc:docMk/>
            <pc:sldMk cId="4046370384" sldId="262"/>
            <ac:picMk id="16" creationId="{2B8CF648-581F-2686-3383-228A3C3A8C44}"/>
          </ac:picMkLst>
        </pc:picChg>
      </pc:sldChg>
      <pc:sldChg chg="addSp delSp modSp new mod modClrScheme chgLayout">
        <pc:chgData name="Ulrik Steen Andersen" userId="66700c71-4b67-4d05-a025-65cca66a2d9e" providerId="ADAL" clId="{40447571-E4A6-4F32-A1D1-C8BB8A79932B}" dt="2026-06-08T07:33:06.122" v="3012" actId="700"/>
        <pc:sldMkLst>
          <pc:docMk/>
          <pc:sldMk cId="3848539155" sldId="263"/>
        </pc:sldMkLst>
        <pc:spChg chg="del mod ord">
          <ac:chgData name="Ulrik Steen Andersen" userId="66700c71-4b67-4d05-a025-65cca66a2d9e" providerId="ADAL" clId="{40447571-E4A6-4F32-A1D1-C8BB8A79932B}" dt="2026-06-08T07:33:03.409" v="3010" actId="700"/>
          <ac:spMkLst>
            <pc:docMk/>
            <pc:sldMk cId="3848539155" sldId="263"/>
            <ac:spMk id="2" creationId="{DC4122E0-EB43-C33C-A5B9-6E6D49FF1B49}"/>
          </ac:spMkLst>
        </pc:spChg>
        <pc:spChg chg="del mod ord">
          <ac:chgData name="Ulrik Steen Andersen" userId="66700c71-4b67-4d05-a025-65cca66a2d9e" providerId="ADAL" clId="{40447571-E4A6-4F32-A1D1-C8BB8A79932B}" dt="2026-06-08T07:33:03.409" v="3010" actId="700"/>
          <ac:spMkLst>
            <pc:docMk/>
            <pc:sldMk cId="3848539155" sldId="263"/>
            <ac:spMk id="3" creationId="{ED8A1794-99C9-F8FA-C0A8-8056BC228339}"/>
          </ac:spMkLst>
        </pc:spChg>
        <pc:spChg chg="add del mod ord">
          <ac:chgData name="Ulrik Steen Andersen" userId="66700c71-4b67-4d05-a025-65cca66a2d9e" providerId="ADAL" clId="{40447571-E4A6-4F32-A1D1-C8BB8A79932B}" dt="2026-06-08T07:33:04.802" v="3011" actId="700"/>
          <ac:spMkLst>
            <pc:docMk/>
            <pc:sldMk cId="3848539155" sldId="263"/>
            <ac:spMk id="4" creationId="{09E96F07-F738-DB2F-CF99-347062129D3E}"/>
          </ac:spMkLst>
        </pc:spChg>
        <pc:spChg chg="add del mod ord">
          <ac:chgData name="Ulrik Steen Andersen" userId="66700c71-4b67-4d05-a025-65cca66a2d9e" providerId="ADAL" clId="{40447571-E4A6-4F32-A1D1-C8BB8A79932B}" dt="2026-06-08T07:33:04.802" v="3011" actId="700"/>
          <ac:spMkLst>
            <pc:docMk/>
            <pc:sldMk cId="3848539155" sldId="263"/>
            <ac:spMk id="5" creationId="{84FC36F6-8450-B3F7-275D-337921A5EFA1}"/>
          </ac:spMkLst>
        </pc:spChg>
        <pc:spChg chg="add del mod ord">
          <ac:chgData name="Ulrik Steen Andersen" userId="66700c71-4b67-4d05-a025-65cca66a2d9e" providerId="ADAL" clId="{40447571-E4A6-4F32-A1D1-C8BB8A79932B}" dt="2026-06-08T07:33:06.122" v="3012" actId="700"/>
          <ac:spMkLst>
            <pc:docMk/>
            <pc:sldMk cId="3848539155" sldId="263"/>
            <ac:spMk id="6" creationId="{82E9C2C8-6A4F-4653-D066-AD95F4C0344A}"/>
          </ac:spMkLst>
        </pc:spChg>
        <pc:spChg chg="add del mod ord">
          <ac:chgData name="Ulrik Steen Andersen" userId="66700c71-4b67-4d05-a025-65cca66a2d9e" providerId="ADAL" clId="{40447571-E4A6-4F32-A1D1-C8BB8A79932B}" dt="2026-06-08T07:33:06.122" v="3012" actId="700"/>
          <ac:spMkLst>
            <pc:docMk/>
            <pc:sldMk cId="3848539155" sldId="263"/>
            <ac:spMk id="7" creationId="{FEDA7654-49B9-6580-0604-6ABD5062D893}"/>
          </ac:spMkLst>
        </pc:spChg>
        <pc:spChg chg="add mod ord">
          <ac:chgData name="Ulrik Steen Andersen" userId="66700c71-4b67-4d05-a025-65cca66a2d9e" providerId="ADAL" clId="{40447571-E4A6-4F32-A1D1-C8BB8A79932B}" dt="2026-06-08T07:33:06.122" v="3012" actId="700"/>
          <ac:spMkLst>
            <pc:docMk/>
            <pc:sldMk cId="3848539155" sldId="263"/>
            <ac:spMk id="8" creationId="{5EDB9731-F563-21EE-35B9-C00AEB91DBAC}"/>
          </ac:spMkLst>
        </pc:spChg>
        <pc:spChg chg="add mod ord">
          <ac:chgData name="Ulrik Steen Andersen" userId="66700c71-4b67-4d05-a025-65cca66a2d9e" providerId="ADAL" clId="{40447571-E4A6-4F32-A1D1-C8BB8A79932B}" dt="2026-06-08T07:33:06.122" v="3012" actId="700"/>
          <ac:spMkLst>
            <pc:docMk/>
            <pc:sldMk cId="3848539155" sldId="263"/>
            <ac:spMk id="9" creationId="{382947F7-D54D-B206-6219-1F166E1121B2}"/>
          </ac:spMkLst>
        </pc:spChg>
      </pc:sldChg>
      <pc:sldChg chg="new">
        <pc:chgData name="Ulrik Steen Andersen" userId="66700c71-4b67-4d05-a025-65cca66a2d9e" providerId="ADAL" clId="{40447571-E4A6-4F32-A1D1-C8BB8A79932B}" dt="2026-06-01T12:33:06.231" v="727" actId="680"/>
        <pc:sldMkLst>
          <pc:docMk/>
          <pc:sldMk cId="4176369601" sldId="264"/>
        </pc:sldMkLst>
      </pc:sldChg>
      <pc:sldChg chg="addSp delSp modSp new mod">
        <pc:chgData name="Ulrik Steen Andersen" userId="66700c71-4b67-4d05-a025-65cca66a2d9e" providerId="ADAL" clId="{40447571-E4A6-4F32-A1D1-C8BB8A79932B}" dt="2026-06-03T13:18:27.086" v="2839" actId="1076"/>
        <pc:sldMkLst>
          <pc:docMk/>
          <pc:sldMk cId="998172059" sldId="265"/>
        </pc:sldMkLst>
        <pc:spChg chg="add mod">
          <ac:chgData name="Ulrik Steen Andersen" userId="66700c71-4b67-4d05-a025-65cca66a2d9e" providerId="ADAL" clId="{40447571-E4A6-4F32-A1D1-C8BB8A79932B}" dt="2026-06-03T13:18:10.500" v="2833" actId="20577"/>
          <ac:spMkLst>
            <pc:docMk/>
            <pc:sldMk cId="998172059" sldId="265"/>
            <ac:spMk id="9" creationId="{7CC2698D-935D-EA8E-5F96-3390E728E307}"/>
          </ac:spMkLst>
        </pc:spChg>
        <pc:picChg chg="add mod">
          <ac:chgData name="Ulrik Steen Andersen" userId="66700c71-4b67-4d05-a025-65cca66a2d9e" providerId="ADAL" clId="{40447571-E4A6-4F32-A1D1-C8BB8A79932B}" dt="2026-06-03T13:18:27.086" v="2839" actId="1076"/>
          <ac:picMkLst>
            <pc:docMk/>
            <pc:sldMk cId="998172059" sldId="265"/>
            <ac:picMk id="3" creationId="{E89910FF-4FEF-B037-B67F-22052D075F69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4:11:38.928" v="3004" actId="1076"/>
        <pc:sldMkLst>
          <pc:docMk/>
          <pc:sldMk cId="1322837240" sldId="266"/>
        </pc:sldMkLst>
        <pc:spChg chg="mod">
          <ac:chgData name="Ulrik Steen Andersen" userId="66700c71-4b67-4d05-a025-65cca66a2d9e" providerId="ADAL" clId="{40447571-E4A6-4F32-A1D1-C8BB8A79932B}" dt="2026-06-03T13:18:56.749" v="2875" actId="14100"/>
          <ac:spMkLst>
            <pc:docMk/>
            <pc:sldMk cId="1322837240" sldId="266"/>
            <ac:spMk id="2" creationId="{E8DFC9C4-467C-6761-DF84-53B3CBDCD891}"/>
          </ac:spMkLst>
        </pc:spChg>
        <pc:picChg chg="add mod">
          <ac:chgData name="Ulrik Steen Andersen" userId="66700c71-4b67-4d05-a025-65cca66a2d9e" providerId="ADAL" clId="{40447571-E4A6-4F32-A1D1-C8BB8A79932B}" dt="2026-06-03T14:11:38.928" v="3004" actId="1076"/>
          <ac:picMkLst>
            <pc:docMk/>
            <pc:sldMk cId="1322837240" sldId="266"/>
            <ac:picMk id="7" creationId="{64FA9090-5E75-E14B-046A-638F1EBD2FB1}"/>
          </ac:picMkLst>
        </pc:picChg>
      </pc:sldChg>
      <pc:sldChg chg="new">
        <pc:chgData name="Ulrik Steen Andersen" userId="66700c71-4b67-4d05-a025-65cca66a2d9e" providerId="ADAL" clId="{40447571-E4A6-4F32-A1D1-C8BB8A79932B}" dt="2026-06-08T07:33:14.468" v="3013" actId="680"/>
        <pc:sldMkLst>
          <pc:docMk/>
          <pc:sldMk cId="1573031768" sldId="267"/>
        </pc:sldMkLst>
      </pc:sldChg>
      <pc:sldChg chg="new">
        <pc:chgData name="Ulrik Steen Andersen" userId="66700c71-4b67-4d05-a025-65cca66a2d9e" providerId="ADAL" clId="{40447571-E4A6-4F32-A1D1-C8BB8A79932B}" dt="2026-06-08T07:33:19.250" v="3014" actId="680"/>
        <pc:sldMkLst>
          <pc:docMk/>
          <pc:sldMk cId="1838917418" sldId="268"/>
        </pc:sldMkLst>
      </pc:sldChg>
      <pc:sldChg chg="new">
        <pc:chgData name="Ulrik Steen Andersen" userId="66700c71-4b67-4d05-a025-65cca66a2d9e" providerId="ADAL" clId="{40447571-E4A6-4F32-A1D1-C8BB8A79932B}" dt="2026-06-08T07:33:21.976" v="3015" actId="680"/>
        <pc:sldMkLst>
          <pc:docMk/>
          <pc:sldMk cId="4260552559" sldId="269"/>
        </pc:sldMkLst>
      </pc:sldChg>
      <pc:sldChg chg="new">
        <pc:chgData name="Ulrik Steen Andersen" userId="66700c71-4b67-4d05-a025-65cca66a2d9e" providerId="ADAL" clId="{40447571-E4A6-4F32-A1D1-C8BB8A79932B}" dt="2026-06-08T07:33:23.597" v="3016" actId="680"/>
        <pc:sldMkLst>
          <pc:docMk/>
          <pc:sldMk cId="371072984" sldId="270"/>
        </pc:sldMkLst>
      </pc:sldChg>
      <pc:sldChg chg="modSp new mod">
        <pc:chgData name="Ulrik Steen Andersen" userId="66700c71-4b67-4d05-a025-65cca66a2d9e" providerId="ADAL" clId="{40447571-E4A6-4F32-A1D1-C8BB8A79932B}" dt="2026-06-08T07:39:46.721" v="3075" actId="20577"/>
        <pc:sldMkLst>
          <pc:docMk/>
          <pc:sldMk cId="2414212297" sldId="271"/>
        </pc:sldMkLst>
        <pc:spChg chg="mod">
          <ac:chgData name="Ulrik Steen Andersen" userId="66700c71-4b67-4d05-a025-65cca66a2d9e" providerId="ADAL" clId="{40447571-E4A6-4F32-A1D1-C8BB8A79932B}" dt="2026-06-08T07:35:42.914" v="3063" actId="20577"/>
          <ac:spMkLst>
            <pc:docMk/>
            <pc:sldMk cId="2414212297" sldId="271"/>
            <ac:spMk id="2" creationId="{239D559C-F996-4BD8-A14F-B0C8EE8A2B74}"/>
          </ac:spMkLst>
        </pc:spChg>
        <pc:spChg chg="mod">
          <ac:chgData name="Ulrik Steen Andersen" userId="66700c71-4b67-4d05-a025-65cca66a2d9e" providerId="ADAL" clId="{40447571-E4A6-4F32-A1D1-C8BB8A79932B}" dt="2026-06-08T07:39:46.721" v="3075" actId="20577"/>
          <ac:spMkLst>
            <pc:docMk/>
            <pc:sldMk cId="2414212297" sldId="271"/>
            <ac:spMk id="3" creationId="{E30F0978-8E78-F150-77C0-C7775000E0A9}"/>
          </ac:spMkLst>
        </pc:spChg>
      </pc:sldChg>
      <pc:sldChg chg="new">
        <pc:chgData name="Ulrik Steen Andersen" userId="66700c71-4b67-4d05-a025-65cca66a2d9e" providerId="ADAL" clId="{40447571-E4A6-4F32-A1D1-C8BB8A79932B}" dt="2026-06-08T07:33:25.760" v="3018" actId="680"/>
        <pc:sldMkLst>
          <pc:docMk/>
          <pc:sldMk cId="2054890798" sldId="272"/>
        </pc:sldMkLst>
      </pc:sldChg>
      <pc:sldChg chg="modSp new mod">
        <pc:chgData name="Ulrik Steen Andersen" userId="66700c71-4b67-4d05-a025-65cca66a2d9e" providerId="ADAL" clId="{40447571-E4A6-4F32-A1D1-C8BB8A79932B}" dt="2026-06-08T07:35:15.395" v="3027" actId="20577"/>
        <pc:sldMkLst>
          <pc:docMk/>
          <pc:sldMk cId="258379191" sldId="273"/>
        </pc:sldMkLst>
        <pc:spChg chg="mod">
          <ac:chgData name="Ulrik Steen Andersen" userId="66700c71-4b67-4d05-a025-65cca66a2d9e" providerId="ADAL" clId="{40447571-E4A6-4F32-A1D1-C8BB8A79932B}" dt="2026-06-08T07:35:15.395" v="3027" actId="20577"/>
          <ac:spMkLst>
            <pc:docMk/>
            <pc:sldMk cId="258379191" sldId="273"/>
            <ac:spMk id="2" creationId="{5E9B3A3A-AAC5-4FCA-32C9-4554B82071C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E9D89B-2D2F-45DD-8419-D5007B162BFC}" type="datetimeFigureOut">
              <a:rPr lang="en-DK" smtClean="0"/>
              <a:t>08/06/2026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F6F3A-BAF0-4F9C-B108-4511DE2A3C1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73061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0B6C-8EEA-837A-C17D-319411CF86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AC47-C009-E4D3-B6D6-FC3D2E3E01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11BB2-DC38-2181-3A5D-071B221DE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386F1-0593-43FE-8095-F92401A5E8D1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0FDAD-C0B5-3B1C-24DA-63467A79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C01FE-2A8D-ADD3-E2BC-73A60463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8450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660E-5110-6184-AA67-B3DA83EF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0195C-EC95-9FCD-13D8-E43C5F6DF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DE664-1C35-82BD-0578-68CFF97B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4A0E4-0C40-4C04-9416-CFC8F7A85DDD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CEC7F-69AB-C2E4-1BE7-83F671BD6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82DC2-0BFF-7C14-6FC7-E960C33B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8566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B2A9-EF2C-2F99-4C50-36817117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BCCC-D70F-03DC-0735-F8CAA0C7A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044BA-0CB7-6CCA-628E-D2ECD4860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AB609-9FB0-468B-B4A8-6551A8BF02B2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50491-2CA3-79EB-4F04-3534215A9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61986-442C-65A2-10DC-5ED29BC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8639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87841-3B0B-11A7-3386-379E242D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72E1D-2C14-EA31-693E-8F68964E2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F46F4-42A7-4CE5-B432-BCE8FB30B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40E0E-1305-BC29-8224-F68BF72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C8AA8-B98B-4A25-8EF8-DF7280A9B78F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907237-0F84-0DDD-D8B1-CB770B88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66916-6D84-68FE-6C8D-07B04651F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55457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06C0-1808-3C44-4A15-85862D16F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885B9-25AC-93E3-360F-FDE78E552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CF358-FC25-775E-1E32-A9F1D6F21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B121A-9AD6-CFB3-5662-2FF6C4B37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5D7A5-4D87-2B8C-129C-B6A3583EC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742AB-0DC1-6AF6-957A-FA44B5E3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551EE-D13A-4A08-B48C-EA0B5FE1D913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1E683-79CD-BD19-2BC0-DB68E8150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31827-4FE1-1C48-208E-4262E2C15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788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0E57-1023-831C-01DB-8DEE8BFEB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89F51-7B35-049C-3F38-3749AA3C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3363-749B-4808-A13D-C81C6B04AA9B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F426-C7E9-D3CA-1DF5-77ABB562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E57C0-4CC7-5637-B7F4-32AD903E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1185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02D8A9-60BA-13D9-2B67-50B23FCC2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1DD26-ACF0-42E5-9104-4F694674C888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A23EB4-F854-5967-E252-466C9499E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26ABD-CE85-9E09-D449-79C96E31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8265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2DE8-466B-9CA5-06E6-983CB2D3F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0F1C4-E058-4625-6478-75364B3CF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17CA2-55AD-5349-E0FB-46AC34A11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A4C24-CBC0-D5E5-749F-16A8D92C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A4F59-D653-4311-A1D0-547BE044C22D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5942B-7E1C-BB58-3E63-8CC5D4BA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06746-B82E-E8BA-CF4F-EACFE92D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9583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239D-D3E6-F4CB-38BF-B36AD9D1E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D6853-7426-BBA8-825A-DF1E23F78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49D28-0C20-FB1F-C822-16157CAD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749468-9B04-3FB3-9E47-53F300486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70243-48BA-45E8-BC5F-6BAFEDD3594B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B6057-5524-0BA2-B0DD-F1045F6B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E92DCC-9FCB-9AD5-82A2-F19CD1F50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98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213A-A2E6-81AC-584F-127893F70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B4EB8-5F47-72E3-45D1-76933F8B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473F-89A4-1783-C9BB-736C838FE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17234-ABE3-491D-AD18-CC0FE7DF36AE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4933F-E286-6D13-B3FE-F0887E0AC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B43D-FF0B-D582-B939-9FDBA095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6180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2C04D7-48A0-D83C-92AD-EA251DFF7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B414EC-C513-DDF7-383D-89EC3EDBF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3ED2-220E-44CF-9173-03045E144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DE11-AB3A-441D-834B-67A56F37A0DB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A62E1-29D0-FA28-8D26-4806B74E9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05DF8-E10A-EC0F-7365-3E309C1D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779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5EE97-218C-0936-E2F2-BEC4BA753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F3E3A-EEC4-B3B9-BD7A-18EC4CF9F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2CBD-B61E-F145-78EC-2D944769C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D36AF-80BF-4C03-8E5E-078C75DF42FD}" type="datetime8">
              <a:rPr lang="en-DK" smtClean="0"/>
              <a:t>08/06/2026 09.26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C969B-CF23-5334-241E-F8EAD01109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F2650-94DD-C653-D725-DE9D5DBAE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7867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874A-AAA4-64B7-5AA4-324D8BAD6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171BB-126B-F4E5-DEDC-B9091558F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Applied Machine Leaning</a:t>
            </a:r>
          </a:p>
          <a:p>
            <a:r>
              <a:rPr lang="en-US" i="1" dirty="0"/>
              <a:t>By Christopher Plykker, Jakob Fugl, Ludvig Andreas Pio and Ulrik Steen Andersen</a:t>
            </a:r>
            <a:endParaRPr lang="en-DK" i="1" dirty="0"/>
          </a:p>
        </p:txBody>
      </p:sp>
    </p:spTree>
    <p:extLst>
      <p:ext uri="{BB962C8B-B14F-4D97-AF65-F5344CB8AC3E}">
        <p14:creationId xmlns:p14="http://schemas.microsoft.com/office/powerpoint/2010/main" val="18076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718DF-5891-E07B-D7DF-ACEDD5E81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9A510AC-FCBF-3675-EAD5-A0E8CEB495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782" y="1726248"/>
            <a:ext cx="572643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F9C31E-7FBF-0AD1-71D0-1F1C1E613541}"/>
              </a:ext>
            </a:extLst>
          </p:cNvPr>
          <p:cNvSpPr txBox="1"/>
          <p:nvPr/>
        </p:nvSpPr>
        <p:spPr>
          <a:xfrm>
            <a:off x="684525" y="1595120"/>
            <a:ext cx="62371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Dates from </a:t>
            </a:r>
            <a:r>
              <a:rPr lang="en-US" b="1" dirty="0"/>
              <a:t>2025-04-20</a:t>
            </a:r>
            <a:r>
              <a:rPr lang="en-US" dirty="0"/>
              <a:t> to </a:t>
            </a:r>
            <a:r>
              <a:rPr lang="en-US" b="1" dirty="0"/>
              <a:t>2026-05-31</a:t>
            </a:r>
            <a:r>
              <a:rPr lang="en-US" dirty="0"/>
              <a:t> (407 days)</a:t>
            </a:r>
          </a:p>
          <a:p>
            <a:endParaRPr lang="en-US" dirty="0"/>
          </a:p>
          <a:p>
            <a:r>
              <a:rPr lang="en-US" dirty="0"/>
              <a:t>Each date has 10 matches</a:t>
            </a:r>
          </a:p>
          <a:p>
            <a:r>
              <a:rPr lang="en-US" dirty="0"/>
              <a:t>Each match has 2 foods</a:t>
            </a:r>
          </a:p>
          <a:p>
            <a:r>
              <a:rPr lang="en-US" dirty="0"/>
              <a:t>Each food has up to 10 metadata:</a:t>
            </a:r>
          </a:p>
          <a:p>
            <a:endParaRPr lang="en-US" dirty="0"/>
          </a:p>
          <a:p>
            <a:r>
              <a:rPr lang="en-US" dirty="0"/>
              <a:t> - Picture</a:t>
            </a:r>
          </a:p>
          <a:p>
            <a:r>
              <a:rPr lang="en-US" dirty="0"/>
              <a:t> - Title</a:t>
            </a:r>
          </a:p>
          <a:p>
            <a:r>
              <a:rPr lang="en-US" dirty="0"/>
              <a:t> - Subtitle</a:t>
            </a:r>
          </a:p>
          <a:p>
            <a:r>
              <a:rPr lang="en-US" dirty="0"/>
              <a:t> - Price</a:t>
            </a:r>
          </a:p>
          <a:p>
            <a:r>
              <a:rPr lang="en-US" dirty="0"/>
              <a:t> - Score</a:t>
            </a:r>
          </a:p>
          <a:p>
            <a:r>
              <a:rPr lang="en-US" dirty="0"/>
              <a:t> - Position (which date, which match and left or right)</a:t>
            </a:r>
          </a:p>
          <a:p>
            <a:r>
              <a:rPr lang="en-US" dirty="0"/>
              <a:t> - Sportsclub</a:t>
            </a:r>
          </a:p>
          <a:p>
            <a:r>
              <a:rPr lang="en-US" dirty="0"/>
              <a:t> - Country </a:t>
            </a:r>
          </a:p>
          <a:p>
            <a:r>
              <a:rPr lang="en-US" dirty="0"/>
              <a:t> - Year of origin of the picture</a:t>
            </a:r>
          </a:p>
          <a:p>
            <a:r>
              <a:rPr lang="en-US" dirty="0"/>
              <a:t> - Elo-score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0DB7B7-796F-8C78-D419-FE6724614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21BB8-DEB6-07A8-50BF-D8C24C3F6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15612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CC2698D-935D-EA8E-5F96-3390E728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2955"/>
          </a:xfrm>
        </p:spPr>
        <p:txBody>
          <a:bodyPr/>
          <a:lstStyle/>
          <a:p>
            <a:r>
              <a:rPr lang="en-US" dirty="0"/>
              <a:t>An individual case of </a:t>
            </a:r>
            <a:r>
              <a:rPr lang="en-US" dirty="0" err="1"/>
              <a:t>Scrandle</a:t>
            </a:r>
            <a:endParaRPr lang="en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9910FF-4FEF-B037-B67F-22052D075F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448" y="1148080"/>
            <a:ext cx="7615104" cy="54970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CA85D-5B24-9618-F599-998B24A6E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4DA5FB-1E3C-9AEB-520F-79EE2B7D7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8172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C9C4-467C-6761-DF84-53B3CBDCD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6635"/>
          </a:xfrm>
        </p:spPr>
        <p:txBody>
          <a:bodyPr>
            <a:normAutofit/>
          </a:bodyPr>
          <a:lstStyle/>
          <a:p>
            <a:r>
              <a:rPr lang="en-US" sz="3200" dirty="0"/>
              <a:t>How the match is presented</a:t>
            </a:r>
            <a:endParaRPr lang="en-DK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FA9090-5E75-E14B-046A-638F1EBD2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11" y="1123646"/>
            <a:ext cx="10246977" cy="545030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A55D5F-518F-12A9-4DCB-A1597CD45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87B78E-8FC9-3987-EF26-A1778957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22837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29F-E2B7-4445-067E-369679720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065531" cy="1325563"/>
          </a:xfrm>
        </p:spPr>
        <p:txBody>
          <a:bodyPr/>
          <a:lstStyle/>
          <a:p>
            <a:r>
              <a:rPr lang="en-US" dirty="0"/>
              <a:t>Preprocessing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1C8F8-A3D6-D9D2-43F3-18D1BD64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146755" cy="1170519"/>
          </a:xfrm>
          <a:solidFill>
            <a:srgbClr val="FF0000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Raw data</a:t>
            </a:r>
          </a:p>
          <a:p>
            <a:pPr marL="0" indent="0">
              <a:buNone/>
            </a:pPr>
            <a:r>
              <a:rPr lang="en-US" sz="1800" dirty="0"/>
              <a:t>Freshly scraped from scrandle.com</a:t>
            </a:r>
          </a:p>
          <a:p>
            <a:pPr marL="0" indent="0">
              <a:buNone/>
            </a:pPr>
            <a:r>
              <a:rPr lang="en-US" sz="1800" dirty="0"/>
              <a:t>407 days, 4070 matches, 8140 cases</a:t>
            </a:r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DE276-8C2D-B934-6A72-FA8F03F2B34A}"/>
              </a:ext>
            </a:extLst>
          </p:cNvPr>
          <p:cNvSpPr txBox="1"/>
          <p:nvPr/>
        </p:nvSpPr>
        <p:spPr>
          <a:xfrm>
            <a:off x="838200" y="3338891"/>
            <a:ext cx="4146755" cy="92333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Unique cases</a:t>
            </a:r>
          </a:p>
          <a:p>
            <a:r>
              <a:rPr lang="en-US" dirty="0"/>
              <a:t>Duplicate cases removed</a:t>
            </a:r>
          </a:p>
          <a:p>
            <a:r>
              <a:rPr lang="en-US" dirty="0"/>
              <a:t>4827 unique cases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38D4C3-4DC8-328B-A3C5-DB99F679C05A}"/>
              </a:ext>
            </a:extLst>
          </p:cNvPr>
          <p:cNvSpPr txBox="1"/>
          <p:nvPr/>
        </p:nvSpPr>
        <p:spPr>
          <a:xfrm>
            <a:off x="838200" y="4911161"/>
            <a:ext cx="4146755" cy="1477328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Unique foods</a:t>
            </a:r>
          </a:p>
          <a:p>
            <a:r>
              <a:rPr lang="en-US" dirty="0"/>
              <a:t>Only foods with unique pictures remain</a:t>
            </a:r>
          </a:p>
          <a:p>
            <a:endParaRPr lang="en-US" dirty="0"/>
          </a:p>
          <a:p>
            <a:r>
              <a:rPr lang="en-US" sz="3600" b="1" u="sng" dirty="0"/>
              <a:t>3193</a:t>
            </a:r>
            <a:r>
              <a:rPr lang="en-US" dirty="0"/>
              <a:t>   unique foods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EFC551-0FFA-BD21-70BE-C2B214A69F10}"/>
              </a:ext>
            </a:extLst>
          </p:cNvPr>
          <p:cNvSpPr txBox="1"/>
          <p:nvPr/>
        </p:nvSpPr>
        <p:spPr>
          <a:xfrm>
            <a:off x="5903731" y="1528712"/>
            <a:ext cx="57724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Inconsistent metadata, price can be:</a:t>
            </a:r>
          </a:p>
          <a:p>
            <a:r>
              <a:rPr lang="en-US" dirty="0"/>
              <a:t>{0  ,  “No price”  ,  “ “   , “Free for soldiers”…}</a:t>
            </a:r>
          </a:p>
          <a:p>
            <a:endParaRPr lang="en-DK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1F58266C-F087-C608-D553-2F76371A1359}"/>
              </a:ext>
            </a:extLst>
          </p:cNvPr>
          <p:cNvSpPr/>
          <p:nvPr/>
        </p:nvSpPr>
        <p:spPr>
          <a:xfrm>
            <a:off x="2556466" y="2861207"/>
            <a:ext cx="389794" cy="4799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5538C-5E26-5625-1E66-AB3BDEF82CDF}"/>
              </a:ext>
            </a:extLst>
          </p:cNvPr>
          <p:cNvSpPr txBox="1"/>
          <p:nvPr/>
        </p:nvSpPr>
        <p:spPr>
          <a:xfrm>
            <a:off x="5903731" y="735518"/>
            <a:ext cx="5089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Data is WEIRD!</a:t>
            </a:r>
            <a:endParaRPr lang="en-DK" sz="3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BD66F-4F7F-9BBA-6A35-D51E3ED1BD22}"/>
              </a:ext>
            </a:extLst>
          </p:cNvPr>
          <p:cNvSpPr txBox="1"/>
          <p:nvPr/>
        </p:nvSpPr>
        <p:spPr>
          <a:xfrm>
            <a:off x="5890481" y="5649825"/>
            <a:ext cx="48527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contains jokers;</a:t>
            </a:r>
          </a:p>
          <a:p>
            <a:r>
              <a:rPr lang="en-US" dirty="0"/>
              <a:t>rats, birds and mushrooms are “foods”!</a:t>
            </a:r>
            <a:endParaRPr lang="en-DK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656382-23FD-B155-83C4-A7C6BC9EB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42" y="2452042"/>
            <a:ext cx="2141757" cy="2855676"/>
          </a:xfrm>
          <a:prstGeom prst="rect">
            <a:avLst/>
          </a:prstGeom>
        </p:spPr>
      </p:pic>
      <p:sp>
        <p:nvSpPr>
          <p:cNvPr id="15" name="Arrow: Down 14">
            <a:extLst>
              <a:ext uri="{FF2B5EF4-FFF2-40B4-BE49-F238E27FC236}">
                <a16:creationId xmlns:a16="http://schemas.microsoft.com/office/drawing/2014/main" id="{7A5044FB-0B4C-4807-4646-8BBC24E9B34E}"/>
              </a:ext>
            </a:extLst>
          </p:cNvPr>
          <p:cNvSpPr/>
          <p:nvPr/>
        </p:nvSpPr>
        <p:spPr>
          <a:xfrm>
            <a:off x="2543216" y="4336302"/>
            <a:ext cx="389794" cy="4799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27CC44-2BA4-C310-C300-5B73E2F19D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481" y="2452042"/>
            <a:ext cx="2487561" cy="2855676"/>
          </a:xfrm>
          <a:prstGeom prst="rect">
            <a:avLst/>
          </a:prstGeom>
        </p:spPr>
      </p:pic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51CF5465-C1CC-DC95-47FE-62B04B406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225664F-2128-B78E-DBEB-6500A7DB9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53930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0DBC-CA31-C8F7-5169-89D66E66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visualization,  food types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7F55E2-289F-8A3E-B9E9-4A29EA6EE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753" y="1505275"/>
            <a:ext cx="7262493" cy="498760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A3B763-EBC8-B35C-884E-04B4452BB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8226C-940D-3DFA-8B4A-DF16F5AC7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6988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5B2F-C13B-8A3B-2ACE-C89173C1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6981"/>
            <a:ext cx="10515600" cy="943897"/>
          </a:xfrm>
        </p:spPr>
        <p:txBody>
          <a:bodyPr/>
          <a:lstStyle/>
          <a:p>
            <a:r>
              <a:rPr lang="en-US" dirty="0"/>
              <a:t>Data visualization, country averages</a:t>
            </a:r>
            <a:endParaRPr lang="en-DK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A33F1B-86CE-389D-6244-5F9A7847E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B4613-96B4-4217-D2D9-B98A19277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7</a:t>
            </a:fld>
            <a:endParaRPr lang="en-DK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299B41E-D8FC-F813-AE0E-8E7CA4A506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813" y="1120878"/>
            <a:ext cx="9418373" cy="514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35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72B8-ABC3-AFCB-3211-0FCDE1EA3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Hungarian and Korean </a:t>
            </a:r>
            <a:r>
              <a:rPr lang="en-US" dirty="0" err="1"/>
              <a:t>Scrandle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D97ED-4161-CFFE-EE36-538E8E00A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Hungarian </a:t>
            </a:r>
            <a:r>
              <a:rPr lang="en-US" dirty="0" err="1"/>
              <a:t>zsíros</a:t>
            </a:r>
            <a:r>
              <a:rPr lang="en-US" dirty="0"/>
              <a:t> </a:t>
            </a:r>
            <a:r>
              <a:rPr lang="en-US" dirty="0" err="1"/>
              <a:t>deszka</a:t>
            </a:r>
            <a:r>
              <a:rPr lang="en-US" dirty="0"/>
              <a:t>,</a:t>
            </a:r>
          </a:p>
          <a:p>
            <a:r>
              <a:rPr lang="en-US" dirty="0"/>
              <a:t>Average rating  = (25.12±12.78) %</a:t>
            </a:r>
            <a:endParaRPr lang="en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F8A989-D133-115B-C69C-ED32AC92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Korean pork steak</a:t>
            </a:r>
          </a:p>
          <a:p>
            <a:r>
              <a:rPr lang="en-US" dirty="0"/>
              <a:t>Average rating = (78.85 ±15.08) %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2F20BD-A01B-C65E-2C9C-C9DB708369B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254" y="2505075"/>
            <a:ext cx="4001079" cy="3684588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B8CF648-581F-2686-3383-228A3C3A8C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56" y="2505075"/>
            <a:ext cx="3148451" cy="36845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FE7CD9-D6B1-2FF6-EA36-8AF43DA99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8ACD8-065F-5EBF-5EE2-C90A7665D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463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44ED-EB60-15E1-C51F-14527F24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F6A82-6EFF-700E-D23B-05CB05864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09F4A5-7B25-E33F-3E7C-E4E0A8C8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4729-8760-B82F-58CD-FB696E96F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4895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EDB9731-F563-21EE-35B9-C00AEB91D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82947F7-D54D-B206-6219-1F166E112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8539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65A4B-065A-5FAC-460B-0CBC8C567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5316F-AC76-7409-5CED-990320EFD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6FB70-54C2-7ADE-6273-8C1109E3B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0E1B33-352F-2DEC-587C-4569B537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73031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C756B-AD2E-4835-21B6-D78DD12A3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C49E-5BEA-21F0-190F-F2A0D9CBD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DAEE45-E646-BCC4-595B-9ED1FB2B5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D1766E-FAFE-96AF-6327-63A6200D1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38917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9845A-55FE-216C-4936-12CAA9EB7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F1480-91E4-A316-5FC0-55988DE3D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5FBF31-6B70-4DE9-3A36-85F3FC978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A4A19-9974-0786-552F-B4BCB054A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60552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2FB5-0B3C-9F16-2998-294908BCF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2210-62AC-09B0-D4A2-7703D5A11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D1E3C-FAD5-047B-B1A1-252650742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E3917-2C67-0900-1BAE-C01C8140D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1072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B3A3A-AAC5-4FCA-32C9-4554B82071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6007E-8EB7-AE8A-8EF4-F55E8E5086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8379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D559C-F996-4BD8-A14F-B0C8EE8A2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Generative adversarial network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F0978-8E78-F150-77C0-C7775000E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 - </a:t>
            </a: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85FD-6304-A270-625B-0406E9C89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901F29-1BBE-2277-034C-DADC0505B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14212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06BF2-F20E-BC3C-3AB9-92DC05302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D4D82-D988-AAEE-33C8-7AFB6317B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5121BB-AC5B-D0E1-EDD2-C5A3F09F3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A1872C-FF1A-DDAD-D0F3-CFEBABD16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54890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2409-B537-4B51-822E-A3E7DF5158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74358-106C-DFAE-1254-F53E704145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6369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3927f91-cda1-4696-af89-8c9f1ceffa91}" enabled="0" method="" siteId="{a3927f91-cda1-4696-af89-8c9f1ceffa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338</Words>
  <Application>Microsoft Office PowerPoint</Application>
  <PresentationFormat>Widescreen</PresentationFormat>
  <Paragraphs>77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Scrandle Predictor</vt:lpstr>
      <vt:lpstr>Data</vt:lpstr>
      <vt:lpstr>An individual case of Scrandle</vt:lpstr>
      <vt:lpstr>How the match is presented</vt:lpstr>
      <vt:lpstr>Preprocessing</vt:lpstr>
      <vt:lpstr>Data visualization,  food types</vt:lpstr>
      <vt:lpstr>Data visualization, country averages</vt:lpstr>
      <vt:lpstr>Example of Hungarian and Korean Scrandle</vt:lpstr>
      <vt:lpstr>Scrandle Predictor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Appendix</vt:lpstr>
      <vt:lpstr>Generative adversarial network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Ulrik Steen Andersen</dc:creator>
  <cp:lastModifiedBy>Ulrik Steen Andersen</cp:lastModifiedBy>
  <cp:revision>1</cp:revision>
  <dcterms:created xsi:type="dcterms:W3CDTF">2026-06-01T11:54:42Z</dcterms:created>
  <dcterms:modified xsi:type="dcterms:W3CDTF">2026-06-08T07:39:47Z</dcterms:modified>
</cp:coreProperties>
</file>