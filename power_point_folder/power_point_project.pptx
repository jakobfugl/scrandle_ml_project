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6" r:id="rId5"/>
    <p:sldId id="258" r:id="rId6"/>
    <p:sldId id="259" r:id="rId7"/>
    <p:sldId id="260" r:id="rId8"/>
    <p:sldId id="262" r:id="rId9"/>
    <p:sldId id="261" r:id="rId10"/>
    <p:sldId id="263" r:id="rId11"/>
    <p:sldId id="264" r:id="rId12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521796-5F0E-439D-A398-16F68E4E77DC}" v="1" dt="2026-06-03T09:16:32.5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lrik Steen Andersen" userId="66700c71-4b67-4d05-a025-65cca66a2d9e" providerId="ADAL" clId="{40447571-E4A6-4F32-A1D1-C8BB8A79932B}"/>
    <pc:docChg chg="undo custSel addSld modSld">
      <pc:chgData name="Ulrik Steen Andersen" userId="66700c71-4b67-4d05-a025-65cca66a2d9e" providerId="ADAL" clId="{40447571-E4A6-4F32-A1D1-C8BB8A79932B}" dt="2026-06-03T10:06:40.571" v="1516" actId="20577"/>
      <pc:docMkLst>
        <pc:docMk/>
      </pc:docMkLst>
      <pc:sldChg chg="modSp new mod">
        <pc:chgData name="Ulrik Steen Andersen" userId="66700c71-4b67-4d05-a025-65cca66a2d9e" providerId="ADAL" clId="{40447571-E4A6-4F32-A1D1-C8BB8A79932B}" dt="2026-06-01T11:56:14.434" v="137" actId="20577"/>
        <pc:sldMkLst>
          <pc:docMk/>
          <pc:sldMk cId="180760261" sldId="256"/>
        </pc:sldMkLst>
        <pc:spChg chg="mod">
          <ac:chgData name="Ulrik Steen Andersen" userId="66700c71-4b67-4d05-a025-65cca66a2d9e" providerId="ADAL" clId="{40447571-E4A6-4F32-A1D1-C8BB8A79932B}" dt="2026-06-01T11:56:14.434" v="137" actId="20577"/>
          <ac:spMkLst>
            <pc:docMk/>
            <pc:sldMk cId="180760261" sldId="256"/>
            <ac:spMk id="2" creationId="{EE7F874A-AAA4-64B7-5AA4-324D8BAD680F}"/>
          </ac:spMkLst>
        </pc:spChg>
        <pc:spChg chg="mod">
          <ac:chgData name="Ulrik Steen Andersen" userId="66700c71-4b67-4d05-a025-65cca66a2d9e" providerId="ADAL" clId="{40447571-E4A6-4F32-A1D1-C8BB8A79932B}" dt="2026-06-01T11:55:47.014" v="104" actId="20577"/>
          <ac:spMkLst>
            <pc:docMk/>
            <pc:sldMk cId="180760261" sldId="256"/>
            <ac:spMk id="3" creationId="{872171BB-126B-F4E5-DEDC-B9091558F679}"/>
          </ac:spMkLst>
        </pc:spChg>
      </pc:sldChg>
      <pc:sldChg chg="addSp delSp modSp new mod">
        <pc:chgData name="Ulrik Steen Andersen" userId="66700c71-4b67-4d05-a025-65cca66a2d9e" providerId="ADAL" clId="{40447571-E4A6-4F32-A1D1-C8BB8A79932B}" dt="2026-06-03T09:26:21.597" v="1304" actId="20577"/>
        <pc:sldMkLst>
          <pc:docMk/>
          <pc:sldMk cId="1615612790" sldId="257"/>
        </pc:sldMkLst>
        <pc:spChg chg="mod">
          <ac:chgData name="Ulrik Steen Andersen" userId="66700c71-4b67-4d05-a025-65cca66a2d9e" providerId="ADAL" clId="{40447571-E4A6-4F32-A1D1-C8BB8A79932B}" dt="2026-06-01T11:56:03.966" v="113" actId="20577"/>
          <ac:spMkLst>
            <pc:docMk/>
            <pc:sldMk cId="1615612790" sldId="257"/>
            <ac:spMk id="2" creationId="{B54718DF-5891-E07B-D7DF-ACEDD5E81C2C}"/>
          </ac:spMkLst>
        </pc:spChg>
        <pc:spChg chg="del">
          <ac:chgData name="Ulrik Steen Andersen" userId="66700c71-4b67-4d05-a025-65cca66a2d9e" providerId="ADAL" clId="{40447571-E4A6-4F32-A1D1-C8BB8A79932B}" dt="2026-06-03T09:16:14.340" v="789"/>
          <ac:spMkLst>
            <pc:docMk/>
            <pc:sldMk cId="1615612790" sldId="257"/>
            <ac:spMk id="3" creationId="{5A4A850F-EE32-BD4F-AB19-2BE816735F4C}"/>
          </ac:spMkLst>
        </pc:spChg>
        <pc:spChg chg="add mod">
          <ac:chgData name="Ulrik Steen Andersen" userId="66700c71-4b67-4d05-a025-65cca66a2d9e" providerId="ADAL" clId="{40447571-E4A6-4F32-A1D1-C8BB8A79932B}" dt="2026-06-03T09:26:21.597" v="1304" actId="20577"/>
          <ac:spMkLst>
            <pc:docMk/>
            <pc:sldMk cId="1615612790" sldId="257"/>
            <ac:spMk id="6" creationId="{61F9C31E-7FBF-0AD1-71D0-1F1C1E613541}"/>
          </ac:spMkLst>
        </pc:spChg>
        <pc:picChg chg="add mod ord">
          <ac:chgData name="Ulrik Steen Andersen" userId="66700c71-4b67-4d05-a025-65cca66a2d9e" providerId="ADAL" clId="{40447571-E4A6-4F32-A1D1-C8BB8A79932B}" dt="2026-06-03T09:17:21.114" v="874" actId="1076"/>
          <ac:picMkLst>
            <pc:docMk/>
            <pc:sldMk cId="1615612790" sldId="257"/>
            <ac:picMk id="5" creationId="{B9A510AC-FCBF-3675-EAD5-A0E8CEB495B6}"/>
          </ac:picMkLst>
        </pc:picChg>
      </pc:sldChg>
      <pc:sldChg chg="addSp delSp modSp new mod">
        <pc:chgData name="Ulrik Steen Andersen" userId="66700c71-4b67-4d05-a025-65cca66a2d9e" providerId="ADAL" clId="{40447571-E4A6-4F32-A1D1-C8BB8A79932B}" dt="2026-06-03T09:14:28.371" v="787" actId="27309"/>
        <pc:sldMkLst>
          <pc:docMk/>
          <pc:sldMk cId="3353930083" sldId="258"/>
        </pc:sldMkLst>
        <pc:spChg chg="mod">
          <ac:chgData name="Ulrik Steen Andersen" userId="66700c71-4b67-4d05-a025-65cca66a2d9e" providerId="ADAL" clId="{40447571-E4A6-4F32-A1D1-C8BB8A79932B}" dt="2026-06-01T11:56:43.572" v="150" actId="20577"/>
          <ac:spMkLst>
            <pc:docMk/>
            <pc:sldMk cId="3353930083" sldId="258"/>
            <ac:spMk id="2" creationId="{87CBB29F-E2B7-4445-067E-3696797203C3}"/>
          </ac:spMkLst>
        </pc:spChg>
        <pc:spChg chg="mod">
          <ac:chgData name="Ulrik Steen Andersen" userId="66700c71-4b67-4d05-a025-65cca66a2d9e" providerId="ADAL" clId="{40447571-E4A6-4F32-A1D1-C8BB8A79932B}" dt="2026-06-01T11:59:19.671" v="306" actId="20577"/>
          <ac:spMkLst>
            <pc:docMk/>
            <pc:sldMk cId="3353930083" sldId="258"/>
            <ac:spMk id="3" creationId="{99D1C8F8-A3D6-D9D2-43F3-18D1BD64E18C}"/>
          </ac:spMkLst>
        </pc:spChg>
        <pc:graphicFrameChg chg="add del modGraphic">
          <ac:chgData name="Ulrik Steen Andersen" userId="66700c71-4b67-4d05-a025-65cca66a2d9e" providerId="ADAL" clId="{40447571-E4A6-4F32-A1D1-C8BB8A79932B}" dt="2026-06-03T09:14:28.371" v="787" actId="27309"/>
          <ac:graphicFrameMkLst>
            <pc:docMk/>
            <pc:sldMk cId="3353930083" sldId="258"/>
            <ac:graphicFrameMk id="5" creationId="{D871F551-DDF2-D8CE-ADB6-EA4E97E29DCF}"/>
          </ac:graphicFrameMkLst>
        </pc:graphicFrameChg>
      </pc:sldChg>
      <pc:sldChg chg="addSp delSp modSp new mod">
        <pc:chgData name="Ulrik Steen Andersen" userId="66700c71-4b67-4d05-a025-65cca66a2d9e" providerId="ADAL" clId="{40447571-E4A6-4F32-A1D1-C8BB8A79932B}" dt="2026-06-03T09:08:28.964" v="785" actId="1076"/>
        <pc:sldMkLst>
          <pc:docMk/>
          <pc:sldMk cId="3126988782" sldId="259"/>
        </pc:sldMkLst>
        <pc:spChg chg="mod">
          <ac:chgData name="Ulrik Steen Andersen" userId="66700c71-4b67-4d05-a025-65cca66a2d9e" providerId="ADAL" clId="{40447571-E4A6-4F32-A1D1-C8BB8A79932B}" dt="2026-06-01T11:57:20.113" v="196" actId="20577"/>
          <ac:spMkLst>
            <pc:docMk/>
            <pc:sldMk cId="3126988782" sldId="259"/>
            <ac:spMk id="2" creationId="{784D0DBC-CA31-C8F7-5169-89D66E666E39}"/>
          </ac:spMkLst>
        </pc:spChg>
        <pc:spChg chg="del">
          <ac:chgData name="Ulrik Steen Andersen" userId="66700c71-4b67-4d05-a025-65cca66a2d9e" providerId="ADAL" clId="{40447571-E4A6-4F32-A1D1-C8BB8A79932B}" dt="2026-06-03T09:08:18.858" v="783"/>
          <ac:spMkLst>
            <pc:docMk/>
            <pc:sldMk cId="3126988782" sldId="259"/>
            <ac:spMk id="3" creationId="{F964B7B2-AE05-09B9-8D72-0A50A68D32DC}"/>
          </ac:spMkLst>
        </pc:spChg>
        <pc:picChg chg="add mod ord">
          <ac:chgData name="Ulrik Steen Andersen" userId="66700c71-4b67-4d05-a025-65cca66a2d9e" providerId="ADAL" clId="{40447571-E4A6-4F32-A1D1-C8BB8A79932B}" dt="2026-06-03T09:08:28.964" v="785" actId="1076"/>
          <ac:picMkLst>
            <pc:docMk/>
            <pc:sldMk cId="3126988782" sldId="259"/>
            <ac:picMk id="5" creationId="{327F55E2-289F-8A3E-B9E9-4A29EA6EECB1}"/>
          </ac:picMkLst>
        </pc:picChg>
      </pc:sldChg>
      <pc:sldChg chg="addSp delSp modSp new mod setBg">
        <pc:chgData name="Ulrik Steen Andersen" userId="66700c71-4b67-4d05-a025-65cca66a2d9e" providerId="ADAL" clId="{40447571-E4A6-4F32-A1D1-C8BB8A79932B}" dt="2026-06-01T12:37:20.068" v="771" actId="1076"/>
        <pc:sldMkLst>
          <pc:docMk/>
          <pc:sldMk cId="3796435232" sldId="260"/>
        </pc:sldMkLst>
        <pc:spChg chg="mod ord">
          <ac:chgData name="Ulrik Steen Andersen" userId="66700c71-4b67-4d05-a025-65cca66a2d9e" providerId="ADAL" clId="{40447571-E4A6-4F32-A1D1-C8BB8A79932B}" dt="2026-06-01T12:37:06.105" v="768" actId="14100"/>
          <ac:spMkLst>
            <pc:docMk/>
            <pc:sldMk cId="3796435232" sldId="260"/>
            <ac:spMk id="2" creationId="{16DA5B2F-C13B-8A3B-2ACE-C89173C187A0}"/>
          </ac:spMkLst>
        </pc:spChg>
        <pc:picChg chg="add mod ord">
          <ac:chgData name="Ulrik Steen Andersen" userId="66700c71-4b67-4d05-a025-65cca66a2d9e" providerId="ADAL" clId="{40447571-E4A6-4F32-A1D1-C8BB8A79932B}" dt="2026-06-01T12:37:20.068" v="771" actId="1076"/>
          <ac:picMkLst>
            <pc:docMk/>
            <pc:sldMk cId="3796435232" sldId="260"/>
            <ac:picMk id="5" creationId="{ECF230BF-30BC-7678-54DF-27651DC18941}"/>
          </ac:picMkLst>
        </pc:picChg>
      </pc:sldChg>
      <pc:sldChg chg="modSp new mod">
        <pc:chgData name="Ulrik Steen Andersen" userId="66700c71-4b67-4d05-a025-65cca66a2d9e" providerId="ADAL" clId="{40447571-E4A6-4F32-A1D1-C8BB8A79932B}" dt="2026-06-01T12:33:34.831" v="745" actId="20577"/>
        <pc:sldMkLst>
          <pc:docMk/>
          <pc:sldMk cId="2214895637" sldId="261"/>
        </pc:sldMkLst>
        <pc:spChg chg="mod">
          <ac:chgData name="Ulrik Steen Andersen" userId="66700c71-4b67-4d05-a025-65cca66a2d9e" providerId="ADAL" clId="{40447571-E4A6-4F32-A1D1-C8BB8A79932B}" dt="2026-06-01T12:33:34.831" v="745" actId="20577"/>
          <ac:spMkLst>
            <pc:docMk/>
            <pc:sldMk cId="2214895637" sldId="261"/>
            <ac:spMk id="2" creationId="{F13E44ED-EB60-15E1-C51F-14527F24DFA4}"/>
          </ac:spMkLst>
        </pc:spChg>
      </pc:sldChg>
      <pc:sldChg chg="addSp delSp modSp new mod">
        <pc:chgData name="Ulrik Steen Andersen" userId="66700c71-4b67-4d05-a025-65cca66a2d9e" providerId="ADAL" clId="{40447571-E4A6-4F32-A1D1-C8BB8A79932B}" dt="2026-06-03T08:41:05.374" v="781"/>
        <pc:sldMkLst>
          <pc:docMk/>
          <pc:sldMk cId="4046370384" sldId="262"/>
        </pc:sldMkLst>
        <pc:spChg chg="mod">
          <ac:chgData name="Ulrik Steen Andersen" userId="66700c71-4b67-4d05-a025-65cca66a2d9e" providerId="ADAL" clId="{40447571-E4A6-4F32-A1D1-C8BB8A79932B}" dt="2026-06-01T12:00:31.241" v="481" actId="20577"/>
          <ac:spMkLst>
            <pc:docMk/>
            <pc:sldMk cId="4046370384" sldId="262"/>
            <ac:spMk id="2" creationId="{C06F72B8-ABC3-AFCB-3211-0FCDE1EA33B3}"/>
          </ac:spMkLst>
        </pc:spChg>
        <pc:spChg chg="mod">
          <ac:chgData name="Ulrik Steen Andersen" userId="66700c71-4b67-4d05-a025-65cca66a2d9e" providerId="ADAL" clId="{40447571-E4A6-4F32-A1D1-C8BB8A79932B}" dt="2026-06-01T12:22:41.344" v="721" actId="20577"/>
          <ac:spMkLst>
            <pc:docMk/>
            <pc:sldMk cId="4046370384" sldId="262"/>
            <ac:spMk id="3" creationId="{F37D97ED-4161-CFFE-EE36-538E8E00A6D3}"/>
          </ac:spMkLst>
        </pc:spChg>
        <pc:spChg chg="add del">
          <ac:chgData name="Ulrik Steen Andersen" userId="66700c71-4b67-4d05-a025-65cca66a2d9e" providerId="ADAL" clId="{40447571-E4A6-4F32-A1D1-C8BB8A79932B}" dt="2026-06-03T08:40:40.637" v="778"/>
          <ac:spMkLst>
            <pc:docMk/>
            <pc:sldMk cId="4046370384" sldId="262"/>
            <ac:spMk id="4" creationId="{42DC15FF-2A32-D428-1451-5BDB2BD1C7DD}"/>
          </ac:spMkLst>
        </pc:spChg>
        <pc:spChg chg="mod">
          <ac:chgData name="Ulrik Steen Andersen" userId="66700c71-4b67-4d05-a025-65cca66a2d9e" providerId="ADAL" clId="{40447571-E4A6-4F32-A1D1-C8BB8A79932B}" dt="2026-06-01T12:22:44.517" v="725" actId="20577"/>
          <ac:spMkLst>
            <pc:docMk/>
            <pc:sldMk cId="4046370384" sldId="262"/>
            <ac:spMk id="5" creationId="{5EF8A989-D133-115B-C69C-ED32AC92500D}"/>
          </ac:spMkLst>
        </pc:spChg>
        <pc:spChg chg="del">
          <ac:chgData name="Ulrik Steen Andersen" userId="66700c71-4b67-4d05-a025-65cca66a2d9e" providerId="ADAL" clId="{40447571-E4A6-4F32-A1D1-C8BB8A79932B}" dt="2026-06-03T08:39:41.921" v="773"/>
          <ac:spMkLst>
            <pc:docMk/>
            <pc:sldMk cId="4046370384" sldId="262"/>
            <ac:spMk id="6" creationId="{5EC1BA76-8F16-6D1C-FC25-0C22F276B379}"/>
          </ac:spMkLst>
        </pc:spChg>
        <pc:spChg chg="add del mod">
          <ac:chgData name="Ulrik Steen Andersen" userId="66700c71-4b67-4d05-a025-65cca66a2d9e" providerId="ADAL" clId="{40447571-E4A6-4F32-A1D1-C8BB8A79932B}" dt="2026-06-03T08:41:05.374" v="781"/>
          <ac:spMkLst>
            <pc:docMk/>
            <pc:sldMk cId="4046370384" sldId="262"/>
            <ac:spMk id="14" creationId="{DF5C215E-F7EE-ED1C-20C6-7CDE16B9CCD5}"/>
          </ac:spMkLst>
        </pc:spChg>
        <pc:picChg chg="add mod ord">
          <ac:chgData name="Ulrik Steen Andersen" userId="66700c71-4b67-4d05-a025-65cca66a2d9e" providerId="ADAL" clId="{40447571-E4A6-4F32-A1D1-C8BB8A79932B}" dt="2026-06-03T08:39:41.921" v="773"/>
          <ac:picMkLst>
            <pc:docMk/>
            <pc:sldMk cId="4046370384" sldId="262"/>
            <ac:picMk id="8" creationId="{C12F20BD-A01B-C65E-2C9C-C9DB708369BA}"/>
          </ac:picMkLst>
        </pc:picChg>
        <pc:picChg chg="add del mod ord">
          <ac:chgData name="Ulrik Steen Andersen" userId="66700c71-4b67-4d05-a025-65cca66a2d9e" providerId="ADAL" clId="{40447571-E4A6-4F32-A1D1-C8BB8A79932B}" dt="2026-06-03T08:40:30.616" v="776" actId="931"/>
          <ac:picMkLst>
            <pc:docMk/>
            <pc:sldMk cId="4046370384" sldId="262"/>
            <ac:picMk id="10" creationId="{0ABBB752-010D-6CE1-D849-C788408E9BF0}"/>
          </ac:picMkLst>
        </pc:picChg>
        <pc:picChg chg="add del mod ord">
          <ac:chgData name="Ulrik Steen Andersen" userId="66700c71-4b67-4d05-a025-65cca66a2d9e" providerId="ADAL" clId="{40447571-E4A6-4F32-A1D1-C8BB8A79932B}" dt="2026-06-03T08:40:45.140" v="779" actId="478"/>
          <ac:picMkLst>
            <pc:docMk/>
            <pc:sldMk cId="4046370384" sldId="262"/>
            <ac:picMk id="12" creationId="{EDBA416C-7915-160A-8A02-C60B9A064A24}"/>
          </ac:picMkLst>
        </pc:picChg>
        <pc:picChg chg="add mod ord">
          <ac:chgData name="Ulrik Steen Andersen" userId="66700c71-4b67-4d05-a025-65cca66a2d9e" providerId="ADAL" clId="{40447571-E4A6-4F32-A1D1-C8BB8A79932B}" dt="2026-06-03T08:41:05.374" v="781"/>
          <ac:picMkLst>
            <pc:docMk/>
            <pc:sldMk cId="4046370384" sldId="262"/>
            <ac:picMk id="16" creationId="{2B8CF648-581F-2686-3383-228A3C3A8C44}"/>
          </ac:picMkLst>
        </pc:picChg>
      </pc:sldChg>
      <pc:sldChg chg="new">
        <pc:chgData name="Ulrik Steen Andersen" userId="66700c71-4b67-4d05-a025-65cca66a2d9e" providerId="ADAL" clId="{40447571-E4A6-4F32-A1D1-C8BB8A79932B}" dt="2026-06-01T12:33:05.025" v="726" actId="680"/>
        <pc:sldMkLst>
          <pc:docMk/>
          <pc:sldMk cId="3848539155" sldId="263"/>
        </pc:sldMkLst>
      </pc:sldChg>
      <pc:sldChg chg="new">
        <pc:chgData name="Ulrik Steen Andersen" userId="66700c71-4b67-4d05-a025-65cca66a2d9e" providerId="ADAL" clId="{40447571-E4A6-4F32-A1D1-C8BB8A79932B}" dt="2026-06-01T12:33:06.231" v="727" actId="680"/>
        <pc:sldMkLst>
          <pc:docMk/>
          <pc:sldMk cId="4176369601" sldId="264"/>
        </pc:sldMkLst>
      </pc:sldChg>
      <pc:sldChg chg="addSp delSp modSp new mod">
        <pc:chgData name="Ulrik Steen Andersen" userId="66700c71-4b67-4d05-a025-65cca66a2d9e" providerId="ADAL" clId="{40447571-E4A6-4F32-A1D1-C8BB8A79932B}" dt="2026-06-03T10:06:40.571" v="1516" actId="20577"/>
        <pc:sldMkLst>
          <pc:docMk/>
          <pc:sldMk cId="998172059" sldId="265"/>
        </pc:sldMkLst>
        <pc:spChg chg="del mod">
          <ac:chgData name="Ulrik Steen Andersen" userId="66700c71-4b67-4d05-a025-65cca66a2d9e" providerId="ADAL" clId="{40447571-E4A6-4F32-A1D1-C8BB8A79932B}" dt="2026-06-03T10:04:11.846" v="1310" actId="478"/>
          <ac:spMkLst>
            <pc:docMk/>
            <pc:sldMk cId="998172059" sldId="265"/>
            <ac:spMk id="2" creationId="{8584A6B9-E6B1-54B8-6A78-7906490AD4E0}"/>
          </ac:spMkLst>
        </pc:spChg>
        <pc:spChg chg="del">
          <ac:chgData name="Ulrik Steen Andersen" userId="66700c71-4b67-4d05-a025-65cca66a2d9e" providerId="ADAL" clId="{40447571-E4A6-4F32-A1D1-C8BB8A79932B}" dt="2026-06-03T09:22:58.892" v="1000" actId="22"/>
          <ac:spMkLst>
            <pc:docMk/>
            <pc:sldMk cId="998172059" sldId="265"/>
            <ac:spMk id="3" creationId="{CCCED0F1-AE55-3733-0A88-4976C6CB6861}"/>
          </ac:spMkLst>
        </pc:spChg>
        <pc:spChg chg="add del mod">
          <ac:chgData name="Ulrik Steen Andersen" userId="66700c71-4b67-4d05-a025-65cca66a2d9e" providerId="ADAL" clId="{40447571-E4A6-4F32-A1D1-C8BB8A79932B}" dt="2026-06-03T10:04:08.926" v="1309" actId="478"/>
          <ac:spMkLst>
            <pc:docMk/>
            <pc:sldMk cId="998172059" sldId="265"/>
            <ac:spMk id="7" creationId="{0C38F965-4920-25F2-0862-39EBFAA1F1C4}"/>
          </ac:spMkLst>
        </pc:spChg>
        <pc:spChg chg="add mod">
          <ac:chgData name="Ulrik Steen Andersen" userId="66700c71-4b67-4d05-a025-65cca66a2d9e" providerId="ADAL" clId="{40447571-E4A6-4F32-A1D1-C8BB8A79932B}" dt="2026-06-03T10:06:40.571" v="1516" actId="20577"/>
          <ac:spMkLst>
            <pc:docMk/>
            <pc:sldMk cId="998172059" sldId="265"/>
            <ac:spMk id="9" creationId="{7CC2698D-935D-EA8E-5F96-3390E728E307}"/>
          </ac:spMkLst>
        </pc:spChg>
        <pc:picChg chg="add del mod ord">
          <ac:chgData name="Ulrik Steen Andersen" userId="66700c71-4b67-4d05-a025-65cca66a2d9e" providerId="ADAL" clId="{40447571-E4A6-4F32-A1D1-C8BB8A79932B}" dt="2026-06-03T10:04:06.383" v="1308" actId="478"/>
          <ac:picMkLst>
            <pc:docMk/>
            <pc:sldMk cId="998172059" sldId="265"/>
            <ac:picMk id="5" creationId="{6309E13B-932E-3BBD-D3E2-F78B307371D4}"/>
          </ac:picMkLst>
        </pc:picChg>
        <pc:picChg chg="add del mod">
          <ac:chgData name="Ulrik Steen Andersen" userId="66700c71-4b67-4d05-a025-65cca66a2d9e" providerId="ADAL" clId="{40447571-E4A6-4F32-A1D1-C8BB8A79932B}" dt="2026-06-03T10:05:39.038" v="1411" actId="478"/>
          <ac:picMkLst>
            <pc:docMk/>
            <pc:sldMk cId="998172059" sldId="265"/>
            <ac:picMk id="11" creationId="{F5547272-14B0-F774-AFB3-9E98B9BA3399}"/>
          </ac:picMkLst>
        </pc:picChg>
        <pc:picChg chg="add mod">
          <ac:chgData name="Ulrik Steen Andersen" userId="66700c71-4b67-4d05-a025-65cca66a2d9e" providerId="ADAL" clId="{40447571-E4A6-4F32-A1D1-C8BB8A79932B}" dt="2026-06-03T10:05:57.954" v="1414" actId="1076"/>
          <ac:picMkLst>
            <pc:docMk/>
            <pc:sldMk cId="998172059" sldId="265"/>
            <ac:picMk id="13" creationId="{5E0391A2-4307-8766-9CAA-0229DBF84E22}"/>
          </ac:picMkLst>
        </pc:picChg>
      </pc:sldChg>
      <pc:sldChg chg="addSp delSp modSp new mod">
        <pc:chgData name="Ulrik Steen Andersen" userId="66700c71-4b67-4d05-a025-65cca66a2d9e" providerId="ADAL" clId="{40447571-E4A6-4F32-A1D1-C8BB8A79932B}" dt="2026-06-03T10:05:17.867" v="1410" actId="20577"/>
        <pc:sldMkLst>
          <pc:docMk/>
          <pc:sldMk cId="1322837240" sldId="266"/>
        </pc:sldMkLst>
        <pc:spChg chg="mod">
          <ac:chgData name="Ulrik Steen Andersen" userId="66700c71-4b67-4d05-a025-65cca66a2d9e" providerId="ADAL" clId="{40447571-E4A6-4F32-A1D1-C8BB8A79932B}" dt="2026-06-03T10:05:17.867" v="1410" actId="20577"/>
          <ac:spMkLst>
            <pc:docMk/>
            <pc:sldMk cId="1322837240" sldId="266"/>
            <ac:spMk id="2" creationId="{E8DFC9C4-467C-6761-DF84-53B3CBDCD891}"/>
          </ac:spMkLst>
        </pc:spChg>
        <pc:spChg chg="del">
          <ac:chgData name="Ulrik Steen Andersen" userId="66700c71-4b67-4d05-a025-65cca66a2d9e" providerId="ADAL" clId="{40447571-E4A6-4F32-A1D1-C8BB8A79932B}" dt="2026-06-03T10:04:37.114" v="1315"/>
          <ac:spMkLst>
            <pc:docMk/>
            <pc:sldMk cId="1322837240" sldId="266"/>
            <ac:spMk id="3" creationId="{25FD7E25-B261-A44A-291B-EE94CAE1B31A}"/>
          </ac:spMkLst>
        </pc:spChg>
        <pc:picChg chg="add mod ord">
          <ac:chgData name="Ulrik Steen Andersen" userId="66700c71-4b67-4d05-a025-65cca66a2d9e" providerId="ADAL" clId="{40447571-E4A6-4F32-A1D1-C8BB8A79932B}" dt="2026-06-03T10:04:37.114" v="1315"/>
          <ac:picMkLst>
            <pc:docMk/>
            <pc:sldMk cId="1322837240" sldId="266"/>
            <ac:picMk id="5" creationId="{BDC075C6-D389-393D-015C-0AC5AC5C1C29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00B6C-8EEA-837A-C17D-319411CF86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63AC47-C009-E4D3-B6D6-FC3D2E3E01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A11BB2-DC38-2181-3A5D-071B221DE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03/06/2026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B0FDAD-C0B5-3B1C-24DA-63467A79A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DC01FE-2A8D-ADD3-E2BC-73A604631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2284502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2660E-5110-6184-AA67-B3DA83EF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D0195C-EC95-9FCD-13D8-E43C5F6DF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DE664-1C35-82BD-0578-68CFF97B0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03/06/2026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3CEC7F-69AB-C2E4-1BE7-83F671BD6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82DC2-0BFF-7C14-6FC7-E960C33B8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688566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6B2A9-EF2C-2F99-4C50-36817117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1BCCC-D70F-03DC-0735-F8CAA0C7AC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A044BA-0CB7-6CCA-628E-D2ECD4860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03/06/2026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50491-2CA3-79EB-4F04-3534215A9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961986-442C-65A2-10DC-5ED29BC04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9863909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87841-3B0B-11A7-3386-379E242D1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F72E1D-2C14-EA31-693E-8F68964E25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EF46F4-42A7-4CE5-B432-BCE8FB30B0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D40E0E-1305-BC29-8224-F68BF72D4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03/06/2026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907237-0F84-0DDD-D8B1-CB770B880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C66916-6D84-68FE-6C8D-07B04651F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1554578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F06C0-1808-3C44-4A15-85862D16FB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5885B9-25AC-93E3-360F-FDE78E5523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BCF358-FC25-775E-1E32-A9F1D6F21C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7B121A-9AD6-CFB3-5662-2FF6C4B37D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D5D7A5-4D87-2B8C-129C-B6A3583EC6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B742AB-0DC1-6AF6-957A-FA44B5E3D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03/06/2026</a:t>
            </a:fld>
            <a:endParaRPr lang="en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A1E683-79CD-BD19-2BC0-DB68E8150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731827-4FE1-1C48-208E-4262E2C15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387889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10E57-1023-831C-01DB-8DEE8BFEB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089F51-7B35-049C-3F38-3749AA3C8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03/06/2026</a:t>
            </a:fld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4DF426-C7E9-D3CA-1DF5-77ABB562E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FE57C0-4CC7-5637-B7F4-32AD903E7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211857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02D8A9-60BA-13D9-2B67-50B23FCC2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03/06/2026</a:t>
            </a:fld>
            <a:endParaRPr lang="en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A23EB4-F854-5967-E252-466C9499E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C26ABD-CE85-9E09-D449-79C96E311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82657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12DE8-466B-9CA5-06E6-983CB2D3F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0F1C4-E058-4625-6478-75364B3CF0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F17CA2-55AD-5349-E0FB-46AC34A11B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BA4C24-CBC0-D5E5-749F-16A8D92CE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03/06/2026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65942B-7E1C-BB58-3E63-8CC5D4BAC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B06746-B82E-E8BA-CF4F-EACFE92D6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8958366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6239D-D3E6-F4CB-38BF-B36AD9D1EA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3D6853-7426-BBA8-825A-DF1E23F789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E49D28-0C20-FB1F-C822-16157CADB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749468-9B04-3FB3-9E47-53F300486E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03/06/2026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8B6057-5524-0BA2-B0DD-F1045F6B2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E92DCC-9FCB-9AD5-82A2-F19CD1F50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51982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5213A-A2E6-81AC-584F-127893F70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B4EB8-5F47-72E3-45D1-76933F8BB5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D8473F-89A4-1783-C9BB-736C838FE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03/06/2026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A4933F-E286-6D13-B3FE-F0887E0AC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29B43D-FF0B-D582-B939-9FDBA095A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1618087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2C04D7-48A0-D83C-92AD-EA251DFF79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B414EC-C513-DDF7-383D-89EC3EDBF9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583ED2-220E-44CF-9173-03045E144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03/06/2026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DA62E1-29D0-FA28-8D26-4806B74E9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205DF8-E10A-EC0F-7365-3E309C1DB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7791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25EE97-218C-0936-E2F2-BEC4BA753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AF3E3A-EEC4-B3B9-BD7A-18EC4CF9F3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02CBD-B61E-F145-78EC-2D944769CA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58CBA7-7CDE-4D42-AACF-5ACEEA65CA1D}" type="datetimeFigureOut">
              <a:rPr lang="en-DK" smtClean="0"/>
              <a:t>03/06/2026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AC969B-CF23-5334-241E-F8EAD01109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F2650-94DD-C653-D725-DE9D5DBAE3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786793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F874A-AAA4-64B7-5AA4-324D8BAD68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Scrandle</a:t>
            </a:r>
            <a:r>
              <a:rPr lang="en-US" dirty="0"/>
              <a:t> Predictor</a:t>
            </a:r>
            <a:endParaRPr lang="en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2171BB-126B-F4E5-DEDC-B9091558F6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Christopher Plykker, Jakob Fugl, Ludvig Andreas Pio and Ulrik Steen Andersen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80760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718DF-5891-E07B-D7DF-ACEDD5E81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  <a:endParaRPr lang="en-DK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9A510AC-FCBF-3675-EAD5-A0E8CEB495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0782" y="1726248"/>
            <a:ext cx="5726435" cy="43513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F9C31E-7FBF-0AD1-71D0-1F1C1E613541}"/>
              </a:ext>
            </a:extLst>
          </p:cNvPr>
          <p:cNvSpPr txBox="1"/>
          <p:nvPr/>
        </p:nvSpPr>
        <p:spPr>
          <a:xfrm>
            <a:off x="1056640" y="1595120"/>
            <a:ext cx="535432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Dates from 2025-04-20 to 2026-05-31 (407 days)</a:t>
            </a:r>
          </a:p>
          <a:p>
            <a:endParaRPr lang="en-US" dirty="0"/>
          </a:p>
          <a:p>
            <a:r>
              <a:rPr lang="en-US" dirty="0"/>
              <a:t>Each date has 10 matches</a:t>
            </a:r>
          </a:p>
          <a:p>
            <a:endParaRPr lang="en-US" dirty="0"/>
          </a:p>
          <a:p>
            <a:r>
              <a:rPr lang="en-US" dirty="0"/>
              <a:t>Each match has 2 foods</a:t>
            </a:r>
          </a:p>
          <a:p>
            <a:endParaRPr lang="en-US" dirty="0"/>
          </a:p>
          <a:p>
            <a:r>
              <a:rPr lang="en-US" dirty="0"/>
              <a:t>Each food has up to 10 metadata:</a:t>
            </a:r>
          </a:p>
          <a:p>
            <a:r>
              <a:rPr lang="en-US" dirty="0"/>
              <a:t>Picture</a:t>
            </a:r>
          </a:p>
          <a:p>
            <a:r>
              <a:rPr lang="en-US" dirty="0"/>
              <a:t>Title</a:t>
            </a:r>
          </a:p>
          <a:p>
            <a:r>
              <a:rPr lang="en-US" dirty="0"/>
              <a:t>Subtitle</a:t>
            </a:r>
          </a:p>
          <a:p>
            <a:r>
              <a:rPr lang="en-US" dirty="0"/>
              <a:t>Price</a:t>
            </a:r>
          </a:p>
          <a:p>
            <a:r>
              <a:rPr lang="en-US" dirty="0"/>
              <a:t>Score</a:t>
            </a:r>
          </a:p>
          <a:p>
            <a:r>
              <a:rPr lang="en-US" dirty="0"/>
              <a:t>Position (which date, which match and left or right)</a:t>
            </a:r>
          </a:p>
          <a:p>
            <a:r>
              <a:rPr lang="en-US" dirty="0"/>
              <a:t>Sportsclub</a:t>
            </a:r>
          </a:p>
          <a:p>
            <a:r>
              <a:rPr lang="en-US" dirty="0"/>
              <a:t>Country </a:t>
            </a:r>
          </a:p>
          <a:p>
            <a:r>
              <a:rPr lang="en-US" dirty="0"/>
              <a:t>Year of origin of the picture</a:t>
            </a:r>
          </a:p>
          <a:p>
            <a:r>
              <a:rPr lang="en-US" dirty="0"/>
              <a:t>Elo-score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6156127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7CC2698D-935D-EA8E-5F96-3390E728E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82955"/>
          </a:xfrm>
        </p:spPr>
        <p:txBody>
          <a:bodyPr/>
          <a:lstStyle/>
          <a:p>
            <a:r>
              <a:rPr lang="en-US" dirty="0"/>
              <a:t>A typical match</a:t>
            </a:r>
            <a:endParaRPr lang="en-DK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E0391A2-4307-8766-9CAA-0229DBF84E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20909"/>
            <a:ext cx="12192000" cy="5537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1720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FC9C4-467C-6761-DF84-53B3CBDCD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The scores of each food are revealed once a choice is made</a:t>
            </a:r>
            <a:endParaRPr lang="en-DK" sz="32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DC075C6-D389-393D-015C-0AC5AC5C1C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1222" y="1825625"/>
            <a:ext cx="970955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8372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BB29F-E2B7-4445-067E-369679720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Preprocessing</a:t>
            </a: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1C8F8-A3D6-D9D2-43F3-18D1BD64E1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Raw data -&gt; Unique cases -&gt; unique food entries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539300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D0DBC-CA31-C8F7-5169-89D66E666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visualization,  food types</a:t>
            </a:r>
            <a:endParaRPr lang="en-DK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27F55E2-289F-8A3E-B9E9-4A29EA6EE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4753" y="1505275"/>
            <a:ext cx="7262493" cy="498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988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A5B2F-C13B-8A3B-2ACE-C89173C18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6981"/>
            <a:ext cx="10515600" cy="943897"/>
          </a:xfrm>
        </p:spPr>
        <p:txBody>
          <a:bodyPr/>
          <a:lstStyle/>
          <a:p>
            <a:r>
              <a:rPr lang="en-US" dirty="0"/>
              <a:t>Data visualization, country averages</a:t>
            </a:r>
            <a:endParaRPr lang="en-DK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CF230BF-30BC-7678-54DF-27651DC189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4526" y="1120878"/>
            <a:ext cx="9222947" cy="5560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4352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F72B8-ABC3-AFCB-3211-0FCDE1EA3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Korean and Hungarian </a:t>
            </a:r>
            <a:r>
              <a:rPr lang="en-US" dirty="0" err="1"/>
              <a:t>scrandle</a:t>
            </a:r>
            <a:endParaRPr lang="en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7D97ED-4161-CFFE-EE36-538E8E00A6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Typical Hungarian </a:t>
            </a:r>
            <a:r>
              <a:rPr lang="en-US" dirty="0" err="1"/>
              <a:t>zsíros</a:t>
            </a:r>
            <a:r>
              <a:rPr lang="en-US" dirty="0"/>
              <a:t> </a:t>
            </a:r>
            <a:r>
              <a:rPr lang="en-US" dirty="0" err="1"/>
              <a:t>deszka</a:t>
            </a:r>
            <a:r>
              <a:rPr lang="en-US" dirty="0"/>
              <a:t>,</a:t>
            </a:r>
          </a:p>
          <a:p>
            <a:r>
              <a:rPr lang="en-US" dirty="0"/>
              <a:t>Average rating  = (25.12±12.78) %</a:t>
            </a:r>
            <a:endParaRPr lang="en-DK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F8A989-D133-115B-C69C-ED32AC9250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Typical Korean</a:t>
            </a:r>
          </a:p>
          <a:p>
            <a:r>
              <a:rPr lang="en-US" dirty="0"/>
              <a:t>Average rating = (78.85 ±15.08) %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12F20BD-A01B-C65E-2C9C-C9DB708369BA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3254" y="2505075"/>
            <a:ext cx="4001079" cy="3684588"/>
          </a:xfrm>
          <a:prstGeom prst="rect">
            <a:avLst/>
          </a:prstGeom>
        </p:spPr>
      </p:pic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B8CF648-581F-2686-3383-228A3C3A8C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456" y="2505075"/>
            <a:ext cx="3148451" cy="3684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6370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E44ED-EB60-15E1-C51F-14527F24D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Scrandle</a:t>
            </a:r>
            <a:r>
              <a:rPr lang="en-US" dirty="0"/>
              <a:t> Predictor</a:t>
            </a: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EF6A82-6EFF-700E-D23B-05CB058642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148956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122E0-EB43-C33C-A5B9-6E6D49FF1B4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8A1794-99C9-F8FA-C0A8-8056BC22833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8485391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B2409-B537-4B51-822E-A3E7DF5158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B74358-106C-DFAE-1254-F53E7041453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1763696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3927f91-cda1-4696-af89-8c9f1ceffa91}" enabled="0" method="" siteId="{a3927f91-cda1-4696-af89-8c9f1ceffa9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198</TotalTime>
  <Words>136</Words>
  <Application>Microsoft Office PowerPoint</Application>
  <PresentationFormat>Widescreen</PresentationFormat>
  <Paragraphs>32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Scrandle Predictor</vt:lpstr>
      <vt:lpstr>Data</vt:lpstr>
      <vt:lpstr>A typical match</vt:lpstr>
      <vt:lpstr>The scores of each food are revealed once a choice is made</vt:lpstr>
      <vt:lpstr>Preprocessing</vt:lpstr>
      <vt:lpstr>Data visualization,  food types</vt:lpstr>
      <vt:lpstr>Data visualization, country averages</vt:lpstr>
      <vt:lpstr>Example of Korean and Hungarian scrandle</vt:lpstr>
      <vt:lpstr>Scrandle Predictor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Ulrik Steen Andersen</dc:creator>
  <cp:lastModifiedBy>Ulrik Steen Andersen</cp:lastModifiedBy>
  <cp:revision>1</cp:revision>
  <dcterms:created xsi:type="dcterms:W3CDTF">2026-06-01T11:54:42Z</dcterms:created>
  <dcterms:modified xsi:type="dcterms:W3CDTF">2026-06-03T10:06:42Z</dcterms:modified>
</cp:coreProperties>
</file>