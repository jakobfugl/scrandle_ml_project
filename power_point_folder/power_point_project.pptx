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5" r:id="rId4"/>
    <p:sldId id="266" r:id="rId5"/>
    <p:sldId id="258" r:id="rId6"/>
    <p:sldId id="259" r:id="rId7"/>
    <p:sldId id="260" r:id="rId8"/>
    <p:sldId id="262" r:id="rId9"/>
    <p:sldId id="261" r:id="rId10"/>
    <p:sldId id="263" r:id="rId11"/>
    <p:sldId id="264" r:id="rId12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521796-5F0E-439D-A398-16F68E4E77DC}" v="13" dt="2026-06-03T14:11:25.8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422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lrik Steen Andersen" userId="66700c71-4b67-4d05-a025-65cca66a2d9e" providerId="ADAL" clId="{40447571-E4A6-4F32-A1D1-C8BB8A79932B}"/>
    <pc:docChg chg="undo custSel addSld modSld">
      <pc:chgData name="Ulrik Steen Andersen" userId="66700c71-4b67-4d05-a025-65cca66a2d9e" providerId="ADAL" clId="{40447571-E4A6-4F32-A1D1-C8BB8A79932B}" dt="2026-06-03T14:15:33.342" v="3009" actId="1076"/>
      <pc:docMkLst>
        <pc:docMk/>
      </pc:docMkLst>
      <pc:sldChg chg="modSp new mod">
        <pc:chgData name="Ulrik Steen Andersen" userId="66700c71-4b67-4d05-a025-65cca66a2d9e" providerId="ADAL" clId="{40447571-E4A6-4F32-A1D1-C8BB8A79932B}" dt="2026-06-03T14:11:09.075" v="3001" actId="114"/>
        <pc:sldMkLst>
          <pc:docMk/>
          <pc:sldMk cId="180760261" sldId="256"/>
        </pc:sldMkLst>
        <pc:spChg chg="mod">
          <ac:chgData name="Ulrik Steen Andersen" userId="66700c71-4b67-4d05-a025-65cca66a2d9e" providerId="ADAL" clId="{40447571-E4A6-4F32-A1D1-C8BB8A79932B}" dt="2026-06-01T11:56:14.434" v="137" actId="20577"/>
          <ac:spMkLst>
            <pc:docMk/>
            <pc:sldMk cId="180760261" sldId="256"/>
            <ac:spMk id="2" creationId="{EE7F874A-AAA4-64B7-5AA4-324D8BAD680F}"/>
          </ac:spMkLst>
        </pc:spChg>
        <pc:spChg chg="mod">
          <ac:chgData name="Ulrik Steen Andersen" userId="66700c71-4b67-4d05-a025-65cca66a2d9e" providerId="ADAL" clId="{40447571-E4A6-4F32-A1D1-C8BB8A79932B}" dt="2026-06-03T14:11:09.075" v="3001" actId="114"/>
          <ac:spMkLst>
            <pc:docMk/>
            <pc:sldMk cId="180760261" sldId="256"/>
            <ac:spMk id="3" creationId="{872171BB-126B-F4E5-DEDC-B9091558F679}"/>
          </ac:spMkLst>
        </pc:spChg>
      </pc:sldChg>
      <pc:sldChg chg="addSp delSp modSp new mod">
        <pc:chgData name="Ulrik Steen Andersen" userId="66700c71-4b67-4d05-a025-65cca66a2d9e" providerId="ADAL" clId="{40447571-E4A6-4F32-A1D1-C8BB8A79932B}" dt="2026-06-03T14:08:14.265" v="2972" actId="1076"/>
        <pc:sldMkLst>
          <pc:docMk/>
          <pc:sldMk cId="1615612790" sldId="257"/>
        </pc:sldMkLst>
        <pc:spChg chg="mod">
          <ac:chgData name="Ulrik Steen Andersen" userId="66700c71-4b67-4d05-a025-65cca66a2d9e" providerId="ADAL" clId="{40447571-E4A6-4F32-A1D1-C8BB8A79932B}" dt="2026-06-01T11:56:03.966" v="113" actId="20577"/>
          <ac:spMkLst>
            <pc:docMk/>
            <pc:sldMk cId="1615612790" sldId="257"/>
            <ac:spMk id="2" creationId="{B54718DF-5891-E07B-D7DF-ACEDD5E81C2C}"/>
          </ac:spMkLst>
        </pc:spChg>
        <pc:spChg chg="mod">
          <ac:chgData name="Ulrik Steen Andersen" userId="66700c71-4b67-4d05-a025-65cca66a2d9e" providerId="ADAL" clId="{40447571-E4A6-4F32-A1D1-C8BB8A79932B}" dt="2026-06-03T14:08:14.265" v="2972" actId="1076"/>
          <ac:spMkLst>
            <pc:docMk/>
            <pc:sldMk cId="1615612790" sldId="257"/>
            <ac:spMk id="3" creationId="{150DB7B7-796F-8C78-D419-FE6724614FAF}"/>
          </ac:spMkLst>
        </pc:spChg>
        <pc:spChg chg="del">
          <ac:chgData name="Ulrik Steen Andersen" userId="66700c71-4b67-4d05-a025-65cca66a2d9e" providerId="ADAL" clId="{40447571-E4A6-4F32-A1D1-C8BB8A79932B}" dt="2026-06-03T09:16:14.340" v="789"/>
          <ac:spMkLst>
            <pc:docMk/>
            <pc:sldMk cId="1615612790" sldId="257"/>
            <ac:spMk id="3" creationId="{5A4A850F-EE32-BD4F-AB19-2BE816735F4C}"/>
          </ac:spMkLst>
        </pc:spChg>
        <pc:spChg chg="add mod">
          <ac:chgData name="Ulrik Steen Andersen" userId="66700c71-4b67-4d05-a025-65cca66a2d9e" providerId="ADAL" clId="{40447571-E4A6-4F32-A1D1-C8BB8A79932B}" dt="2026-06-03T14:06:55.323" v="2970" actId="20577"/>
          <ac:spMkLst>
            <pc:docMk/>
            <pc:sldMk cId="1615612790" sldId="257"/>
            <ac:spMk id="6" creationId="{61F9C31E-7FBF-0AD1-71D0-1F1C1E613541}"/>
          </ac:spMkLst>
        </pc:spChg>
        <pc:picChg chg="add mod ord">
          <ac:chgData name="Ulrik Steen Andersen" userId="66700c71-4b67-4d05-a025-65cca66a2d9e" providerId="ADAL" clId="{40447571-E4A6-4F32-A1D1-C8BB8A79932B}" dt="2026-06-03T09:17:21.114" v="874" actId="1076"/>
          <ac:picMkLst>
            <pc:docMk/>
            <pc:sldMk cId="1615612790" sldId="257"/>
            <ac:picMk id="5" creationId="{B9A510AC-FCBF-3675-EAD5-A0E8CEB495B6}"/>
          </ac:picMkLst>
        </pc:picChg>
      </pc:sldChg>
      <pc:sldChg chg="addSp delSp modSp new mod">
        <pc:chgData name="Ulrik Steen Andersen" userId="66700c71-4b67-4d05-a025-65cca66a2d9e" providerId="ADAL" clId="{40447571-E4A6-4F32-A1D1-C8BB8A79932B}" dt="2026-06-03T13:32:38.908" v="2934" actId="14100"/>
        <pc:sldMkLst>
          <pc:docMk/>
          <pc:sldMk cId="3353930083" sldId="258"/>
        </pc:sldMkLst>
        <pc:spChg chg="mod">
          <ac:chgData name="Ulrik Steen Andersen" userId="66700c71-4b67-4d05-a025-65cca66a2d9e" providerId="ADAL" clId="{40447571-E4A6-4F32-A1D1-C8BB8A79932B}" dt="2026-06-03T12:38:27.099" v="2598" actId="14100"/>
          <ac:spMkLst>
            <pc:docMk/>
            <pc:sldMk cId="3353930083" sldId="258"/>
            <ac:spMk id="2" creationId="{87CBB29F-E2B7-4445-067E-3696797203C3}"/>
          </ac:spMkLst>
        </pc:spChg>
        <pc:spChg chg="mod">
          <ac:chgData name="Ulrik Steen Andersen" userId="66700c71-4b67-4d05-a025-65cca66a2d9e" providerId="ADAL" clId="{40447571-E4A6-4F32-A1D1-C8BB8A79932B}" dt="2026-06-03T12:43:41.025" v="2639" actId="207"/>
          <ac:spMkLst>
            <pc:docMk/>
            <pc:sldMk cId="3353930083" sldId="258"/>
            <ac:spMk id="3" creationId="{99D1C8F8-A3D6-D9D2-43F3-18D1BD64E18C}"/>
          </ac:spMkLst>
        </pc:spChg>
        <pc:spChg chg="add mod">
          <ac:chgData name="Ulrik Steen Andersen" userId="66700c71-4b67-4d05-a025-65cca66a2d9e" providerId="ADAL" clId="{40447571-E4A6-4F32-A1D1-C8BB8A79932B}" dt="2026-06-03T12:42:41.657" v="2635" actId="20577"/>
          <ac:spMkLst>
            <pc:docMk/>
            <pc:sldMk cId="3353930083" sldId="258"/>
            <ac:spMk id="4" creationId="{F96DE276-8C2D-B934-6A72-FA8F03F2B34A}"/>
          </ac:spMkLst>
        </pc:spChg>
        <pc:spChg chg="add mod">
          <ac:chgData name="Ulrik Steen Andersen" userId="66700c71-4b67-4d05-a025-65cca66a2d9e" providerId="ADAL" clId="{40447571-E4A6-4F32-A1D1-C8BB8A79932B}" dt="2026-06-03T12:43:45.498" v="2641" actId="20577"/>
          <ac:spMkLst>
            <pc:docMk/>
            <pc:sldMk cId="3353930083" sldId="258"/>
            <ac:spMk id="5" creationId="{B138D4C3-4DC8-328B-A3C5-DB99F679C05A}"/>
          </ac:spMkLst>
        </pc:spChg>
        <pc:spChg chg="add mod">
          <ac:chgData name="Ulrik Steen Andersen" userId="66700c71-4b67-4d05-a025-65cca66a2d9e" providerId="ADAL" clId="{40447571-E4A6-4F32-A1D1-C8BB8A79932B}" dt="2026-06-03T12:38:34.757" v="2600" actId="14100"/>
          <ac:spMkLst>
            <pc:docMk/>
            <pc:sldMk cId="3353930083" sldId="258"/>
            <ac:spMk id="6" creationId="{CCEFC551-0FFA-BD21-70BE-C2B214A69F10}"/>
          </ac:spMkLst>
        </pc:spChg>
        <pc:spChg chg="add mod">
          <ac:chgData name="Ulrik Steen Andersen" userId="66700c71-4b67-4d05-a025-65cca66a2d9e" providerId="ADAL" clId="{40447571-E4A6-4F32-A1D1-C8BB8A79932B}" dt="2026-06-03T12:39:20.487" v="2604" actId="14100"/>
          <ac:spMkLst>
            <pc:docMk/>
            <pc:sldMk cId="3353930083" sldId="258"/>
            <ac:spMk id="7" creationId="{1F58266C-F087-C608-D553-2F76371A1359}"/>
          </ac:spMkLst>
        </pc:spChg>
        <pc:spChg chg="add del mod">
          <ac:chgData name="Ulrik Steen Andersen" userId="66700c71-4b67-4d05-a025-65cca66a2d9e" providerId="ADAL" clId="{40447571-E4A6-4F32-A1D1-C8BB8A79932B}" dt="2026-06-03T12:39:33.201" v="2606" actId="478"/>
          <ac:spMkLst>
            <pc:docMk/>
            <pc:sldMk cId="3353930083" sldId="258"/>
            <ac:spMk id="8" creationId="{255847D9-3228-EE56-D54B-8258BD7DA011}"/>
          </ac:spMkLst>
        </pc:spChg>
        <pc:spChg chg="add mod">
          <ac:chgData name="Ulrik Steen Andersen" userId="66700c71-4b67-4d05-a025-65cca66a2d9e" providerId="ADAL" clId="{40447571-E4A6-4F32-A1D1-C8BB8A79932B}" dt="2026-06-03T12:38:30.926" v="2599" actId="14100"/>
          <ac:spMkLst>
            <pc:docMk/>
            <pc:sldMk cId="3353930083" sldId="258"/>
            <ac:spMk id="9" creationId="{42D5538C-5E26-5625-1E66-AB3BDEF82CDF}"/>
          </ac:spMkLst>
        </pc:spChg>
        <pc:spChg chg="add mod">
          <ac:chgData name="Ulrik Steen Andersen" userId="66700c71-4b67-4d05-a025-65cca66a2d9e" providerId="ADAL" clId="{40447571-E4A6-4F32-A1D1-C8BB8A79932B}" dt="2026-06-03T12:43:59.273" v="2642" actId="1076"/>
          <ac:spMkLst>
            <pc:docMk/>
            <pc:sldMk cId="3353930083" sldId="258"/>
            <ac:spMk id="10" creationId="{4C2BD66F-4F7F-9BBA-6A35-D51E3ED1BD22}"/>
          </ac:spMkLst>
        </pc:spChg>
        <pc:spChg chg="add mod">
          <ac:chgData name="Ulrik Steen Andersen" userId="66700c71-4b67-4d05-a025-65cca66a2d9e" providerId="ADAL" clId="{40447571-E4A6-4F32-A1D1-C8BB8A79932B}" dt="2026-06-03T12:39:39.247" v="2608" actId="1076"/>
          <ac:spMkLst>
            <pc:docMk/>
            <pc:sldMk cId="3353930083" sldId="258"/>
            <ac:spMk id="15" creationId="{7A5044FB-0B4C-4807-4646-8BBC24E9B34E}"/>
          </ac:spMkLst>
        </pc:spChg>
        <pc:graphicFrameChg chg="add del modGraphic">
          <ac:chgData name="Ulrik Steen Andersen" userId="66700c71-4b67-4d05-a025-65cca66a2d9e" providerId="ADAL" clId="{40447571-E4A6-4F32-A1D1-C8BB8A79932B}" dt="2026-06-03T09:14:28.371" v="787" actId="27309"/>
          <ac:graphicFrameMkLst>
            <pc:docMk/>
            <pc:sldMk cId="3353930083" sldId="258"/>
            <ac:graphicFrameMk id="5" creationId="{D871F551-DDF2-D8CE-ADB6-EA4E97E29DCF}"/>
          </ac:graphicFrameMkLst>
        </pc:graphicFrameChg>
        <pc:picChg chg="add del mod">
          <ac:chgData name="Ulrik Steen Andersen" userId="66700c71-4b67-4d05-a025-65cca66a2d9e" providerId="ADAL" clId="{40447571-E4A6-4F32-A1D1-C8BB8A79932B}" dt="2026-06-03T13:32:11.943" v="2929" actId="478"/>
          <ac:picMkLst>
            <pc:docMk/>
            <pc:sldMk cId="3353930083" sldId="258"/>
            <ac:picMk id="12" creationId="{EC6EA1FD-2BA9-4532-71D4-B757E2416EE7}"/>
          </ac:picMkLst>
        </pc:picChg>
        <pc:picChg chg="add mod">
          <ac:chgData name="Ulrik Steen Andersen" userId="66700c71-4b67-4d05-a025-65cca66a2d9e" providerId="ADAL" clId="{40447571-E4A6-4F32-A1D1-C8BB8A79932B}" dt="2026-06-03T12:43:15.673" v="2638" actId="1076"/>
          <ac:picMkLst>
            <pc:docMk/>
            <pc:sldMk cId="3353930083" sldId="258"/>
            <ac:picMk id="14" creationId="{99656382-23FD-B155-83C4-A7C6BC9EB2F2}"/>
          </ac:picMkLst>
        </pc:picChg>
        <pc:picChg chg="add mod">
          <ac:chgData name="Ulrik Steen Andersen" userId="66700c71-4b67-4d05-a025-65cca66a2d9e" providerId="ADAL" clId="{40447571-E4A6-4F32-A1D1-C8BB8A79932B}" dt="2026-06-03T13:32:38.908" v="2934" actId="14100"/>
          <ac:picMkLst>
            <pc:docMk/>
            <pc:sldMk cId="3353930083" sldId="258"/>
            <ac:picMk id="17" creationId="{7527CC44-2BA4-C310-C300-5B73E2F19DBB}"/>
          </ac:picMkLst>
        </pc:picChg>
      </pc:sldChg>
      <pc:sldChg chg="addSp delSp modSp new mod">
        <pc:chgData name="Ulrik Steen Andersen" userId="66700c71-4b67-4d05-a025-65cca66a2d9e" providerId="ADAL" clId="{40447571-E4A6-4F32-A1D1-C8BB8A79932B}" dt="2026-06-03T09:08:28.964" v="785" actId="1076"/>
        <pc:sldMkLst>
          <pc:docMk/>
          <pc:sldMk cId="3126988782" sldId="259"/>
        </pc:sldMkLst>
        <pc:spChg chg="mod">
          <ac:chgData name="Ulrik Steen Andersen" userId="66700c71-4b67-4d05-a025-65cca66a2d9e" providerId="ADAL" clId="{40447571-E4A6-4F32-A1D1-C8BB8A79932B}" dt="2026-06-01T11:57:20.113" v="196" actId="20577"/>
          <ac:spMkLst>
            <pc:docMk/>
            <pc:sldMk cId="3126988782" sldId="259"/>
            <ac:spMk id="2" creationId="{784D0DBC-CA31-C8F7-5169-89D66E666E39}"/>
          </ac:spMkLst>
        </pc:spChg>
        <pc:spChg chg="del">
          <ac:chgData name="Ulrik Steen Andersen" userId="66700c71-4b67-4d05-a025-65cca66a2d9e" providerId="ADAL" clId="{40447571-E4A6-4F32-A1D1-C8BB8A79932B}" dt="2026-06-03T09:08:18.858" v="783"/>
          <ac:spMkLst>
            <pc:docMk/>
            <pc:sldMk cId="3126988782" sldId="259"/>
            <ac:spMk id="3" creationId="{F964B7B2-AE05-09B9-8D72-0A50A68D32DC}"/>
          </ac:spMkLst>
        </pc:spChg>
        <pc:picChg chg="add mod ord">
          <ac:chgData name="Ulrik Steen Andersen" userId="66700c71-4b67-4d05-a025-65cca66a2d9e" providerId="ADAL" clId="{40447571-E4A6-4F32-A1D1-C8BB8A79932B}" dt="2026-06-03T09:08:28.964" v="785" actId="1076"/>
          <ac:picMkLst>
            <pc:docMk/>
            <pc:sldMk cId="3126988782" sldId="259"/>
            <ac:picMk id="5" creationId="{327F55E2-289F-8A3E-B9E9-4A29EA6EECB1}"/>
          </ac:picMkLst>
        </pc:picChg>
      </pc:sldChg>
      <pc:sldChg chg="addSp delSp modSp new mod setBg">
        <pc:chgData name="Ulrik Steen Andersen" userId="66700c71-4b67-4d05-a025-65cca66a2d9e" providerId="ADAL" clId="{40447571-E4A6-4F32-A1D1-C8BB8A79932B}" dt="2026-06-03T14:15:33.342" v="3009" actId="1076"/>
        <pc:sldMkLst>
          <pc:docMk/>
          <pc:sldMk cId="3796435232" sldId="260"/>
        </pc:sldMkLst>
        <pc:spChg chg="mod ord">
          <ac:chgData name="Ulrik Steen Andersen" userId="66700c71-4b67-4d05-a025-65cca66a2d9e" providerId="ADAL" clId="{40447571-E4A6-4F32-A1D1-C8BB8A79932B}" dt="2026-06-01T12:37:06.105" v="768" actId="14100"/>
          <ac:spMkLst>
            <pc:docMk/>
            <pc:sldMk cId="3796435232" sldId="260"/>
            <ac:spMk id="2" creationId="{16DA5B2F-C13B-8A3B-2ACE-C89173C187A0}"/>
          </ac:spMkLst>
        </pc:spChg>
        <pc:spChg chg="add del mod">
          <ac:chgData name="Ulrik Steen Andersen" userId="66700c71-4b67-4d05-a025-65cca66a2d9e" providerId="ADAL" clId="{40447571-E4A6-4F32-A1D1-C8BB8A79932B}" dt="2026-06-03T14:15:25.309" v="3007"/>
          <ac:spMkLst>
            <pc:docMk/>
            <pc:sldMk cId="3796435232" sldId="260"/>
            <ac:spMk id="7" creationId="{496C6F3B-A3C7-2E2A-38C1-33759472F3F5}"/>
          </ac:spMkLst>
        </pc:spChg>
        <pc:picChg chg="add del mod ord">
          <ac:chgData name="Ulrik Steen Andersen" userId="66700c71-4b67-4d05-a025-65cca66a2d9e" providerId="ADAL" clId="{40447571-E4A6-4F32-A1D1-C8BB8A79932B}" dt="2026-06-03T14:15:16.349" v="3005" actId="478"/>
          <ac:picMkLst>
            <pc:docMk/>
            <pc:sldMk cId="3796435232" sldId="260"/>
            <ac:picMk id="5" creationId="{ECF230BF-30BC-7678-54DF-27651DC18941}"/>
          </ac:picMkLst>
        </pc:picChg>
        <pc:picChg chg="add mod ord">
          <ac:chgData name="Ulrik Steen Andersen" userId="66700c71-4b67-4d05-a025-65cca66a2d9e" providerId="ADAL" clId="{40447571-E4A6-4F32-A1D1-C8BB8A79932B}" dt="2026-06-03T14:15:33.342" v="3009" actId="1076"/>
          <ac:picMkLst>
            <pc:docMk/>
            <pc:sldMk cId="3796435232" sldId="260"/>
            <ac:picMk id="9" creationId="{6299B41E-D8FC-F813-AE0E-8E7CA4A5069B}"/>
          </ac:picMkLst>
        </pc:picChg>
      </pc:sldChg>
      <pc:sldChg chg="modSp new mod">
        <pc:chgData name="Ulrik Steen Andersen" userId="66700c71-4b67-4d05-a025-65cca66a2d9e" providerId="ADAL" clId="{40447571-E4A6-4F32-A1D1-C8BB8A79932B}" dt="2026-06-01T12:33:34.831" v="745" actId="20577"/>
        <pc:sldMkLst>
          <pc:docMk/>
          <pc:sldMk cId="2214895637" sldId="261"/>
        </pc:sldMkLst>
        <pc:spChg chg="mod">
          <ac:chgData name="Ulrik Steen Andersen" userId="66700c71-4b67-4d05-a025-65cca66a2d9e" providerId="ADAL" clId="{40447571-E4A6-4F32-A1D1-C8BB8A79932B}" dt="2026-06-01T12:33:34.831" v="745" actId="20577"/>
          <ac:spMkLst>
            <pc:docMk/>
            <pc:sldMk cId="2214895637" sldId="261"/>
            <ac:spMk id="2" creationId="{F13E44ED-EB60-15E1-C51F-14527F24DFA4}"/>
          </ac:spMkLst>
        </pc:spChg>
      </pc:sldChg>
      <pc:sldChg chg="addSp delSp modSp new mod">
        <pc:chgData name="Ulrik Steen Andersen" userId="66700c71-4b67-4d05-a025-65cca66a2d9e" providerId="ADAL" clId="{40447571-E4A6-4F32-A1D1-C8BB8A79932B}" dt="2026-06-03T13:30:01.785" v="2927" actId="20577"/>
        <pc:sldMkLst>
          <pc:docMk/>
          <pc:sldMk cId="4046370384" sldId="262"/>
        </pc:sldMkLst>
        <pc:spChg chg="mod">
          <ac:chgData name="Ulrik Steen Andersen" userId="66700c71-4b67-4d05-a025-65cca66a2d9e" providerId="ADAL" clId="{40447571-E4A6-4F32-A1D1-C8BB8A79932B}" dt="2026-06-03T13:30:01.785" v="2927" actId="20577"/>
          <ac:spMkLst>
            <pc:docMk/>
            <pc:sldMk cId="4046370384" sldId="262"/>
            <ac:spMk id="2" creationId="{C06F72B8-ABC3-AFCB-3211-0FCDE1EA33B3}"/>
          </ac:spMkLst>
        </pc:spChg>
        <pc:spChg chg="mod">
          <ac:chgData name="Ulrik Steen Andersen" userId="66700c71-4b67-4d05-a025-65cca66a2d9e" providerId="ADAL" clId="{40447571-E4A6-4F32-A1D1-C8BB8A79932B}" dt="2026-06-03T13:21:56.311" v="2925" actId="20577"/>
          <ac:spMkLst>
            <pc:docMk/>
            <pc:sldMk cId="4046370384" sldId="262"/>
            <ac:spMk id="3" creationId="{F37D97ED-4161-CFFE-EE36-538E8E00A6D3}"/>
          </ac:spMkLst>
        </pc:spChg>
        <pc:spChg chg="add del">
          <ac:chgData name="Ulrik Steen Andersen" userId="66700c71-4b67-4d05-a025-65cca66a2d9e" providerId="ADAL" clId="{40447571-E4A6-4F32-A1D1-C8BB8A79932B}" dt="2026-06-03T08:40:40.637" v="778"/>
          <ac:spMkLst>
            <pc:docMk/>
            <pc:sldMk cId="4046370384" sldId="262"/>
            <ac:spMk id="4" creationId="{42DC15FF-2A32-D428-1451-5BDB2BD1C7DD}"/>
          </ac:spMkLst>
        </pc:spChg>
        <pc:spChg chg="mod">
          <ac:chgData name="Ulrik Steen Andersen" userId="66700c71-4b67-4d05-a025-65cca66a2d9e" providerId="ADAL" clId="{40447571-E4A6-4F32-A1D1-C8BB8A79932B}" dt="2026-06-03T13:21:54.133" v="2912" actId="27636"/>
          <ac:spMkLst>
            <pc:docMk/>
            <pc:sldMk cId="4046370384" sldId="262"/>
            <ac:spMk id="5" creationId="{5EF8A989-D133-115B-C69C-ED32AC92500D}"/>
          </ac:spMkLst>
        </pc:spChg>
        <pc:spChg chg="del">
          <ac:chgData name="Ulrik Steen Andersen" userId="66700c71-4b67-4d05-a025-65cca66a2d9e" providerId="ADAL" clId="{40447571-E4A6-4F32-A1D1-C8BB8A79932B}" dt="2026-06-03T08:39:41.921" v="773"/>
          <ac:spMkLst>
            <pc:docMk/>
            <pc:sldMk cId="4046370384" sldId="262"/>
            <ac:spMk id="6" creationId="{5EC1BA76-8F16-6D1C-FC25-0C22F276B379}"/>
          </ac:spMkLst>
        </pc:spChg>
        <pc:spChg chg="add del mod">
          <ac:chgData name="Ulrik Steen Andersen" userId="66700c71-4b67-4d05-a025-65cca66a2d9e" providerId="ADAL" clId="{40447571-E4A6-4F32-A1D1-C8BB8A79932B}" dt="2026-06-03T08:41:05.374" v="781"/>
          <ac:spMkLst>
            <pc:docMk/>
            <pc:sldMk cId="4046370384" sldId="262"/>
            <ac:spMk id="14" creationId="{DF5C215E-F7EE-ED1C-20C6-7CDE16B9CCD5}"/>
          </ac:spMkLst>
        </pc:spChg>
        <pc:picChg chg="add mod ord">
          <ac:chgData name="Ulrik Steen Andersen" userId="66700c71-4b67-4d05-a025-65cca66a2d9e" providerId="ADAL" clId="{40447571-E4A6-4F32-A1D1-C8BB8A79932B}" dt="2026-06-03T08:39:41.921" v="773"/>
          <ac:picMkLst>
            <pc:docMk/>
            <pc:sldMk cId="4046370384" sldId="262"/>
            <ac:picMk id="8" creationId="{C12F20BD-A01B-C65E-2C9C-C9DB708369BA}"/>
          </ac:picMkLst>
        </pc:picChg>
        <pc:picChg chg="add del mod ord">
          <ac:chgData name="Ulrik Steen Andersen" userId="66700c71-4b67-4d05-a025-65cca66a2d9e" providerId="ADAL" clId="{40447571-E4A6-4F32-A1D1-C8BB8A79932B}" dt="2026-06-03T08:40:30.616" v="776" actId="931"/>
          <ac:picMkLst>
            <pc:docMk/>
            <pc:sldMk cId="4046370384" sldId="262"/>
            <ac:picMk id="10" creationId="{0ABBB752-010D-6CE1-D849-C788408E9BF0}"/>
          </ac:picMkLst>
        </pc:picChg>
        <pc:picChg chg="add del mod ord">
          <ac:chgData name="Ulrik Steen Andersen" userId="66700c71-4b67-4d05-a025-65cca66a2d9e" providerId="ADAL" clId="{40447571-E4A6-4F32-A1D1-C8BB8A79932B}" dt="2026-06-03T08:40:45.140" v="779" actId="478"/>
          <ac:picMkLst>
            <pc:docMk/>
            <pc:sldMk cId="4046370384" sldId="262"/>
            <ac:picMk id="12" creationId="{EDBA416C-7915-160A-8A02-C60B9A064A24}"/>
          </ac:picMkLst>
        </pc:picChg>
        <pc:picChg chg="add mod ord">
          <ac:chgData name="Ulrik Steen Andersen" userId="66700c71-4b67-4d05-a025-65cca66a2d9e" providerId="ADAL" clId="{40447571-E4A6-4F32-A1D1-C8BB8A79932B}" dt="2026-06-03T08:41:05.374" v="781"/>
          <ac:picMkLst>
            <pc:docMk/>
            <pc:sldMk cId="4046370384" sldId="262"/>
            <ac:picMk id="16" creationId="{2B8CF648-581F-2686-3383-228A3C3A8C44}"/>
          </ac:picMkLst>
        </pc:picChg>
      </pc:sldChg>
      <pc:sldChg chg="new">
        <pc:chgData name="Ulrik Steen Andersen" userId="66700c71-4b67-4d05-a025-65cca66a2d9e" providerId="ADAL" clId="{40447571-E4A6-4F32-A1D1-C8BB8A79932B}" dt="2026-06-01T12:33:05.025" v="726" actId="680"/>
        <pc:sldMkLst>
          <pc:docMk/>
          <pc:sldMk cId="3848539155" sldId="263"/>
        </pc:sldMkLst>
      </pc:sldChg>
      <pc:sldChg chg="new">
        <pc:chgData name="Ulrik Steen Andersen" userId="66700c71-4b67-4d05-a025-65cca66a2d9e" providerId="ADAL" clId="{40447571-E4A6-4F32-A1D1-C8BB8A79932B}" dt="2026-06-01T12:33:06.231" v="727" actId="680"/>
        <pc:sldMkLst>
          <pc:docMk/>
          <pc:sldMk cId="4176369601" sldId="264"/>
        </pc:sldMkLst>
      </pc:sldChg>
      <pc:sldChg chg="addSp delSp modSp new mod">
        <pc:chgData name="Ulrik Steen Andersen" userId="66700c71-4b67-4d05-a025-65cca66a2d9e" providerId="ADAL" clId="{40447571-E4A6-4F32-A1D1-C8BB8A79932B}" dt="2026-06-03T13:18:27.086" v="2839" actId="1076"/>
        <pc:sldMkLst>
          <pc:docMk/>
          <pc:sldMk cId="998172059" sldId="265"/>
        </pc:sldMkLst>
        <pc:spChg chg="del mod">
          <ac:chgData name="Ulrik Steen Andersen" userId="66700c71-4b67-4d05-a025-65cca66a2d9e" providerId="ADAL" clId="{40447571-E4A6-4F32-A1D1-C8BB8A79932B}" dt="2026-06-03T10:04:11.846" v="1310" actId="478"/>
          <ac:spMkLst>
            <pc:docMk/>
            <pc:sldMk cId="998172059" sldId="265"/>
            <ac:spMk id="2" creationId="{8584A6B9-E6B1-54B8-6A78-7906490AD4E0}"/>
          </ac:spMkLst>
        </pc:spChg>
        <pc:spChg chg="del">
          <ac:chgData name="Ulrik Steen Andersen" userId="66700c71-4b67-4d05-a025-65cca66a2d9e" providerId="ADAL" clId="{40447571-E4A6-4F32-A1D1-C8BB8A79932B}" dt="2026-06-03T09:22:58.892" v="1000" actId="22"/>
          <ac:spMkLst>
            <pc:docMk/>
            <pc:sldMk cId="998172059" sldId="265"/>
            <ac:spMk id="3" creationId="{CCCED0F1-AE55-3733-0A88-4976C6CB6861}"/>
          </ac:spMkLst>
        </pc:spChg>
        <pc:spChg chg="add del mod">
          <ac:chgData name="Ulrik Steen Andersen" userId="66700c71-4b67-4d05-a025-65cca66a2d9e" providerId="ADAL" clId="{40447571-E4A6-4F32-A1D1-C8BB8A79932B}" dt="2026-06-03T10:04:08.926" v="1309" actId="478"/>
          <ac:spMkLst>
            <pc:docMk/>
            <pc:sldMk cId="998172059" sldId="265"/>
            <ac:spMk id="7" creationId="{0C38F965-4920-25F2-0862-39EBFAA1F1C4}"/>
          </ac:spMkLst>
        </pc:spChg>
        <pc:spChg chg="add mod">
          <ac:chgData name="Ulrik Steen Andersen" userId="66700c71-4b67-4d05-a025-65cca66a2d9e" providerId="ADAL" clId="{40447571-E4A6-4F32-A1D1-C8BB8A79932B}" dt="2026-06-03T13:18:10.500" v="2833" actId="20577"/>
          <ac:spMkLst>
            <pc:docMk/>
            <pc:sldMk cId="998172059" sldId="265"/>
            <ac:spMk id="9" creationId="{7CC2698D-935D-EA8E-5F96-3390E728E307}"/>
          </ac:spMkLst>
        </pc:spChg>
        <pc:picChg chg="add mod">
          <ac:chgData name="Ulrik Steen Andersen" userId="66700c71-4b67-4d05-a025-65cca66a2d9e" providerId="ADAL" clId="{40447571-E4A6-4F32-A1D1-C8BB8A79932B}" dt="2026-06-03T13:18:27.086" v="2839" actId="1076"/>
          <ac:picMkLst>
            <pc:docMk/>
            <pc:sldMk cId="998172059" sldId="265"/>
            <ac:picMk id="3" creationId="{E89910FF-4FEF-B037-B67F-22052D075F69}"/>
          </ac:picMkLst>
        </pc:picChg>
        <pc:picChg chg="add del mod ord">
          <ac:chgData name="Ulrik Steen Andersen" userId="66700c71-4b67-4d05-a025-65cca66a2d9e" providerId="ADAL" clId="{40447571-E4A6-4F32-A1D1-C8BB8A79932B}" dt="2026-06-03T10:04:06.383" v="1308" actId="478"/>
          <ac:picMkLst>
            <pc:docMk/>
            <pc:sldMk cId="998172059" sldId="265"/>
            <ac:picMk id="5" creationId="{6309E13B-932E-3BBD-D3E2-F78B307371D4}"/>
          </ac:picMkLst>
        </pc:picChg>
        <pc:picChg chg="add del mod">
          <ac:chgData name="Ulrik Steen Andersen" userId="66700c71-4b67-4d05-a025-65cca66a2d9e" providerId="ADAL" clId="{40447571-E4A6-4F32-A1D1-C8BB8A79932B}" dt="2026-06-03T10:05:39.038" v="1411" actId="478"/>
          <ac:picMkLst>
            <pc:docMk/>
            <pc:sldMk cId="998172059" sldId="265"/>
            <ac:picMk id="11" creationId="{F5547272-14B0-F774-AFB3-9E98B9BA3399}"/>
          </ac:picMkLst>
        </pc:picChg>
        <pc:picChg chg="add del mod">
          <ac:chgData name="Ulrik Steen Andersen" userId="66700c71-4b67-4d05-a025-65cca66a2d9e" providerId="ADAL" clId="{40447571-E4A6-4F32-A1D1-C8BB8A79932B}" dt="2026-06-03T13:17:24.654" v="2644" actId="478"/>
          <ac:picMkLst>
            <pc:docMk/>
            <pc:sldMk cId="998172059" sldId="265"/>
            <ac:picMk id="13" creationId="{5E0391A2-4307-8766-9CAA-0229DBF84E22}"/>
          </ac:picMkLst>
        </pc:picChg>
      </pc:sldChg>
      <pc:sldChg chg="addSp delSp modSp new mod">
        <pc:chgData name="Ulrik Steen Andersen" userId="66700c71-4b67-4d05-a025-65cca66a2d9e" providerId="ADAL" clId="{40447571-E4A6-4F32-A1D1-C8BB8A79932B}" dt="2026-06-03T14:11:38.928" v="3004" actId="1076"/>
        <pc:sldMkLst>
          <pc:docMk/>
          <pc:sldMk cId="1322837240" sldId="266"/>
        </pc:sldMkLst>
        <pc:spChg chg="mod">
          <ac:chgData name="Ulrik Steen Andersen" userId="66700c71-4b67-4d05-a025-65cca66a2d9e" providerId="ADAL" clId="{40447571-E4A6-4F32-A1D1-C8BB8A79932B}" dt="2026-06-03T13:18:56.749" v="2875" actId="14100"/>
          <ac:spMkLst>
            <pc:docMk/>
            <pc:sldMk cId="1322837240" sldId="266"/>
            <ac:spMk id="2" creationId="{E8DFC9C4-467C-6761-DF84-53B3CBDCD891}"/>
          </ac:spMkLst>
        </pc:spChg>
        <pc:spChg chg="del">
          <ac:chgData name="Ulrik Steen Andersen" userId="66700c71-4b67-4d05-a025-65cca66a2d9e" providerId="ADAL" clId="{40447571-E4A6-4F32-A1D1-C8BB8A79932B}" dt="2026-06-03T10:04:37.114" v="1315"/>
          <ac:spMkLst>
            <pc:docMk/>
            <pc:sldMk cId="1322837240" sldId="266"/>
            <ac:spMk id="3" creationId="{25FD7E25-B261-A44A-291B-EE94CAE1B31A}"/>
          </ac:spMkLst>
        </pc:spChg>
        <pc:spChg chg="add del mod">
          <ac:chgData name="Ulrik Steen Andersen" userId="66700c71-4b67-4d05-a025-65cca66a2d9e" providerId="ADAL" clId="{40447571-E4A6-4F32-A1D1-C8BB8A79932B}" dt="2026-06-03T13:18:43.088" v="2870" actId="478"/>
          <ac:spMkLst>
            <pc:docMk/>
            <pc:sldMk cId="1322837240" sldId="266"/>
            <ac:spMk id="4" creationId="{D9A4CD40-E2C9-F024-EECF-8225C4D317FB}"/>
          </ac:spMkLst>
        </pc:spChg>
        <pc:picChg chg="add del mod ord">
          <ac:chgData name="Ulrik Steen Andersen" userId="66700c71-4b67-4d05-a025-65cca66a2d9e" providerId="ADAL" clId="{40447571-E4A6-4F32-A1D1-C8BB8A79932B}" dt="2026-06-03T13:18:39.737" v="2868" actId="478"/>
          <ac:picMkLst>
            <pc:docMk/>
            <pc:sldMk cId="1322837240" sldId="266"/>
            <ac:picMk id="5" creationId="{BDC075C6-D389-393D-015C-0AC5AC5C1C29}"/>
          </ac:picMkLst>
        </pc:picChg>
        <pc:picChg chg="add mod">
          <ac:chgData name="Ulrik Steen Andersen" userId="66700c71-4b67-4d05-a025-65cca66a2d9e" providerId="ADAL" clId="{40447571-E4A6-4F32-A1D1-C8BB8A79932B}" dt="2026-06-03T14:11:38.928" v="3004" actId="1076"/>
          <ac:picMkLst>
            <pc:docMk/>
            <pc:sldMk cId="1322837240" sldId="266"/>
            <ac:picMk id="7" creationId="{64FA9090-5E75-E14B-046A-638F1EBD2FB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E9D89B-2D2F-45DD-8419-D5007B162BFC}" type="datetimeFigureOut">
              <a:rPr lang="en-DK" smtClean="0"/>
              <a:t>03/06/2026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8F6F3A-BAF0-4F9C-B108-4511DE2A3C11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73061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00B6C-8EEA-837A-C17D-319411CF86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63AC47-C009-E4D3-B6D6-FC3D2E3E01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11BB2-DC38-2181-3A5D-071B221DE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386F1-0593-43FE-8095-F92401A5E8D1}" type="datetime8">
              <a:rPr lang="en-DK" smtClean="0"/>
              <a:t>03/06/2026 16.11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0FDAD-C0B5-3B1C-24DA-63467A79A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C01FE-2A8D-ADD3-E2BC-73A604631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28450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2660E-5110-6184-AA67-B3DA83EF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0195C-EC95-9FCD-13D8-E43C5F6DF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DE664-1C35-82BD-0578-68CFF97B0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4A0E4-0C40-4C04-9416-CFC8F7A85DDD}" type="datetime8">
              <a:rPr lang="en-DK" smtClean="0"/>
              <a:t>03/06/2026 16.11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CEC7F-69AB-C2E4-1BE7-83F671BD6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82DC2-0BFF-7C14-6FC7-E960C33B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88566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6B2A9-EF2C-2F99-4C50-36817117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1BCCC-D70F-03DC-0735-F8CAA0C7A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A044BA-0CB7-6CCA-628E-D2ECD4860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AB609-9FB0-468B-B4A8-6551A8BF02B2}" type="datetime8">
              <a:rPr lang="en-DK" smtClean="0"/>
              <a:t>03/06/2026 16.11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50491-2CA3-79EB-4F04-3534215A9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61986-442C-65A2-10DC-5ED29BC04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86390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87841-3B0B-11A7-3386-379E242D1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72E1D-2C14-EA31-693E-8F68964E25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EF46F4-42A7-4CE5-B432-BCE8FB30B0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D40E0E-1305-BC29-8224-F68BF72D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C8AA8-B98B-4A25-8EF8-DF7280A9B78F}" type="datetime8">
              <a:rPr lang="en-DK" smtClean="0"/>
              <a:t>03/06/2026 16.11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907237-0F84-0DDD-D8B1-CB770B880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C66916-6D84-68FE-6C8D-07B04651F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55457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06C0-1808-3C44-4A15-85862D16F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885B9-25AC-93E3-360F-FDE78E5523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CF358-FC25-775E-1E32-A9F1D6F21C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7B121A-9AD6-CFB3-5662-2FF6C4B37D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D5D7A5-4D87-2B8C-129C-B6A3583EC6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742AB-0DC1-6AF6-957A-FA44B5E3D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551EE-D13A-4A08-B48C-EA0B5FE1D913}" type="datetime8">
              <a:rPr lang="en-DK" smtClean="0"/>
              <a:t>03/06/2026 16.11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A1E683-79CD-BD19-2BC0-DB68E8150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731827-4FE1-1C48-208E-4262E2C15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87889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10E57-1023-831C-01DB-8DEE8BFEB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089F51-7B35-049C-3F38-3749AA3C8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3363-749B-4808-A13D-C81C6B04AA9B}" type="datetime8">
              <a:rPr lang="en-DK" smtClean="0"/>
              <a:t>03/06/2026 16.11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4DF426-C7E9-D3CA-1DF5-77ABB562E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FE57C0-4CC7-5637-B7F4-32AD903E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21185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02D8A9-60BA-13D9-2B67-50B23FCC2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1DD26-ACF0-42E5-9104-4F694674C888}" type="datetime8">
              <a:rPr lang="en-DK" smtClean="0"/>
              <a:t>03/06/2026 16.11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A23EB4-F854-5967-E252-466C9499E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26ABD-CE85-9E09-D449-79C96E311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82657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12DE8-466B-9CA5-06E6-983CB2D3F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0F1C4-E058-4625-6478-75364B3CF0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F17CA2-55AD-5349-E0FB-46AC34A11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BA4C24-CBC0-D5E5-749F-16A8D92CE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A4F59-D653-4311-A1D0-547BE044C22D}" type="datetime8">
              <a:rPr lang="en-DK" smtClean="0"/>
              <a:t>03/06/2026 16.11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5942B-7E1C-BB58-3E63-8CC5D4BAC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B06746-B82E-E8BA-CF4F-EACFE92D6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95836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6239D-D3E6-F4CB-38BF-B36AD9D1E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3D6853-7426-BBA8-825A-DF1E23F789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E49D28-0C20-FB1F-C822-16157CADB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749468-9B04-3FB3-9E47-53F300486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70243-48BA-45E8-BC5F-6BAFEDD3594B}" type="datetime8">
              <a:rPr lang="en-DK" smtClean="0"/>
              <a:t>03/06/2026 16.11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8B6057-5524-0BA2-B0DD-F1045F6B2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E92DCC-9FCB-9AD5-82A2-F19CD1F50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5198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5213A-A2E6-81AC-584F-127893F70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B4EB8-5F47-72E3-45D1-76933F8BB5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8473F-89A4-1783-C9BB-736C838FE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17234-ABE3-491D-AD18-CC0FE7DF36AE}" type="datetime8">
              <a:rPr lang="en-DK" smtClean="0"/>
              <a:t>03/06/2026 16.11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4933F-E286-6D13-B3FE-F0887E0AC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9B43D-FF0B-D582-B939-9FDBA095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61808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2C04D7-48A0-D83C-92AD-EA251DFF7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B414EC-C513-DDF7-383D-89EC3EDBF9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3ED2-220E-44CF-9173-03045E144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DE11-AB3A-441D-834B-67A56F37A0DB}" type="datetime8">
              <a:rPr lang="en-DK" smtClean="0"/>
              <a:t>03/06/2026 16.11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DA62E1-29D0-FA28-8D26-4806B74E9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05DF8-E10A-EC0F-7365-3E309C1DB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7791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25EE97-218C-0936-E2F2-BEC4BA753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AF3E3A-EEC4-B3B9-BD7A-18EC4CF9F3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02CBD-B61E-F145-78EC-2D944769CA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0D36AF-80BF-4C03-8E5E-078C75DF42FD}" type="datetime8">
              <a:rPr lang="en-DK" smtClean="0"/>
              <a:t>03/06/2026 16.11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C969B-CF23-5334-241E-F8EAD01109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F2650-94DD-C653-D725-DE9D5DBAE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2A62D-704E-4EE3-93C2-392C58A56CC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78679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F874A-AAA4-64B7-5AA4-324D8BAD68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Scrandle</a:t>
            </a:r>
            <a:r>
              <a:rPr lang="en-US" dirty="0"/>
              <a:t> Predictor</a:t>
            </a:r>
            <a:endParaRPr lang="en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2171BB-126B-F4E5-DEDC-B9091558F6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Applied Machine Leaning</a:t>
            </a:r>
          </a:p>
          <a:p>
            <a:r>
              <a:rPr lang="en-US" i="1" dirty="0"/>
              <a:t>By Christopher Plykker, Jakob Fugl, Ludvig Andreas Pio and Ulrik Steen Andersen</a:t>
            </a:r>
            <a:endParaRPr lang="en-DK" i="1" dirty="0"/>
          </a:p>
        </p:txBody>
      </p:sp>
    </p:spTree>
    <p:extLst>
      <p:ext uri="{BB962C8B-B14F-4D97-AF65-F5344CB8AC3E}">
        <p14:creationId xmlns:p14="http://schemas.microsoft.com/office/powerpoint/2010/main" val="180760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718DF-5891-E07B-D7DF-ACEDD5E81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  <a:endParaRPr lang="en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9A510AC-FCBF-3675-EAD5-A0E8CEB495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0782" y="1726248"/>
            <a:ext cx="5726435" cy="4351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F9C31E-7FBF-0AD1-71D0-1F1C1E613541}"/>
              </a:ext>
            </a:extLst>
          </p:cNvPr>
          <p:cNvSpPr txBox="1"/>
          <p:nvPr/>
        </p:nvSpPr>
        <p:spPr>
          <a:xfrm>
            <a:off x="684525" y="1595120"/>
            <a:ext cx="623713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Dates from </a:t>
            </a:r>
            <a:r>
              <a:rPr lang="en-US" b="1" dirty="0"/>
              <a:t>2025-04-20</a:t>
            </a:r>
            <a:r>
              <a:rPr lang="en-US" dirty="0"/>
              <a:t> to </a:t>
            </a:r>
            <a:r>
              <a:rPr lang="en-US" b="1" dirty="0"/>
              <a:t>2026-05-31</a:t>
            </a:r>
            <a:r>
              <a:rPr lang="en-US" dirty="0"/>
              <a:t> (407 days)</a:t>
            </a:r>
          </a:p>
          <a:p>
            <a:endParaRPr lang="en-US" dirty="0"/>
          </a:p>
          <a:p>
            <a:r>
              <a:rPr lang="en-US" dirty="0"/>
              <a:t>Each date has 10 matches</a:t>
            </a:r>
          </a:p>
          <a:p>
            <a:r>
              <a:rPr lang="en-US" dirty="0"/>
              <a:t>Each match has 2 foods</a:t>
            </a:r>
          </a:p>
          <a:p>
            <a:r>
              <a:rPr lang="en-US" dirty="0"/>
              <a:t>Each food has up to 10 metadata:</a:t>
            </a:r>
          </a:p>
          <a:p>
            <a:endParaRPr lang="en-US" dirty="0"/>
          </a:p>
          <a:p>
            <a:r>
              <a:rPr lang="en-US" dirty="0"/>
              <a:t> - Picture</a:t>
            </a:r>
          </a:p>
          <a:p>
            <a:r>
              <a:rPr lang="en-US" dirty="0"/>
              <a:t> - Title</a:t>
            </a:r>
          </a:p>
          <a:p>
            <a:r>
              <a:rPr lang="en-US" dirty="0"/>
              <a:t> - Subtitle</a:t>
            </a:r>
          </a:p>
          <a:p>
            <a:r>
              <a:rPr lang="en-US" dirty="0"/>
              <a:t> - Price</a:t>
            </a:r>
          </a:p>
          <a:p>
            <a:r>
              <a:rPr lang="en-US" dirty="0"/>
              <a:t> - Score</a:t>
            </a:r>
          </a:p>
          <a:p>
            <a:r>
              <a:rPr lang="en-US" dirty="0"/>
              <a:t> - Position (which date, which match and left or right)</a:t>
            </a:r>
          </a:p>
          <a:p>
            <a:r>
              <a:rPr lang="en-US" dirty="0"/>
              <a:t> - Sportsclub</a:t>
            </a:r>
          </a:p>
          <a:p>
            <a:r>
              <a:rPr lang="en-US" dirty="0"/>
              <a:t> - Country </a:t>
            </a:r>
          </a:p>
          <a:p>
            <a:r>
              <a:rPr lang="en-US" dirty="0"/>
              <a:t> - Year of origin of the picture</a:t>
            </a:r>
          </a:p>
          <a:p>
            <a:r>
              <a:rPr lang="en-US" dirty="0"/>
              <a:t> - Elo-score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0DB7B7-796F-8C78-D419-FE6724614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D21BB8-DEB6-07A8-50BF-D8C24C3F6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156127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CC2698D-935D-EA8E-5F96-3390E728E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2955"/>
          </a:xfrm>
        </p:spPr>
        <p:txBody>
          <a:bodyPr/>
          <a:lstStyle/>
          <a:p>
            <a:r>
              <a:rPr lang="en-US" dirty="0"/>
              <a:t>An individual case of </a:t>
            </a:r>
            <a:r>
              <a:rPr lang="en-US" dirty="0" err="1"/>
              <a:t>Scrandle</a:t>
            </a:r>
            <a:endParaRPr lang="en-DK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9910FF-4FEF-B037-B67F-22052D075F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8448" y="1148080"/>
            <a:ext cx="7615104" cy="549708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CA85D-5B24-9618-F599-998B24A6E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4DA5FB-1E3C-9AEB-520F-79EE2B7D7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98172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FC9C4-467C-6761-DF84-53B3CBDCD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16635"/>
          </a:xfrm>
        </p:spPr>
        <p:txBody>
          <a:bodyPr>
            <a:normAutofit/>
          </a:bodyPr>
          <a:lstStyle/>
          <a:p>
            <a:r>
              <a:rPr lang="en-US" sz="3200" dirty="0"/>
              <a:t>How the match is presented</a:t>
            </a:r>
            <a:endParaRPr lang="en-DK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FA9090-5E75-E14B-046A-638F1EBD2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11" y="1123646"/>
            <a:ext cx="10246977" cy="5450306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A55D5F-518F-12A9-4DCB-A1597CD45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87B78E-8FC9-3987-EF26-A1778957B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22837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BB29F-E2B7-4445-067E-369679720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065531" cy="1325563"/>
          </a:xfrm>
        </p:spPr>
        <p:txBody>
          <a:bodyPr/>
          <a:lstStyle/>
          <a:p>
            <a:r>
              <a:rPr lang="en-US" dirty="0"/>
              <a:t>Preprocessing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1C8F8-A3D6-D9D2-43F3-18D1BD64E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4146755" cy="1170519"/>
          </a:xfrm>
          <a:solidFill>
            <a:srgbClr val="FF0000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Raw data</a:t>
            </a:r>
          </a:p>
          <a:p>
            <a:pPr marL="0" indent="0">
              <a:buNone/>
            </a:pPr>
            <a:r>
              <a:rPr lang="en-US" sz="1800" dirty="0"/>
              <a:t>Freshly scraped from scrandle.com</a:t>
            </a:r>
          </a:p>
          <a:p>
            <a:pPr marL="0" indent="0">
              <a:buNone/>
            </a:pPr>
            <a:r>
              <a:rPr lang="en-US" sz="1800" dirty="0"/>
              <a:t>407 days, 4070 matches, 8140 cases</a:t>
            </a:r>
          </a:p>
          <a:p>
            <a:pPr marL="0" indent="0">
              <a:buNone/>
            </a:pP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6DE276-8C2D-B934-6A72-FA8F03F2B34A}"/>
              </a:ext>
            </a:extLst>
          </p:cNvPr>
          <p:cNvSpPr txBox="1"/>
          <p:nvPr/>
        </p:nvSpPr>
        <p:spPr>
          <a:xfrm>
            <a:off x="838200" y="3338891"/>
            <a:ext cx="4146755" cy="92333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Unique cases</a:t>
            </a:r>
          </a:p>
          <a:p>
            <a:r>
              <a:rPr lang="en-US" dirty="0"/>
              <a:t>Duplicate cases removed</a:t>
            </a:r>
          </a:p>
          <a:p>
            <a:r>
              <a:rPr lang="en-US" dirty="0"/>
              <a:t>4827 unique cases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38D4C3-4DC8-328B-A3C5-DB99F679C05A}"/>
              </a:ext>
            </a:extLst>
          </p:cNvPr>
          <p:cNvSpPr txBox="1"/>
          <p:nvPr/>
        </p:nvSpPr>
        <p:spPr>
          <a:xfrm>
            <a:off x="838200" y="4911161"/>
            <a:ext cx="4146755" cy="1477328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Unique foods</a:t>
            </a:r>
          </a:p>
          <a:p>
            <a:r>
              <a:rPr lang="en-US" dirty="0"/>
              <a:t>Only foods with unique pictures remain</a:t>
            </a:r>
          </a:p>
          <a:p>
            <a:endParaRPr lang="en-US" dirty="0"/>
          </a:p>
          <a:p>
            <a:r>
              <a:rPr lang="en-US" sz="3600" b="1" u="sng" dirty="0"/>
              <a:t>3193</a:t>
            </a:r>
            <a:r>
              <a:rPr lang="en-US" dirty="0"/>
              <a:t>   unique foods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EFC551-0FFA-BD21-70BE-C2B214A69F10}"/>
              </a:ext>
            </a:extLst>
          </p:cNvPr>
          <p:cNvSpPr txBox="1"/>
          <p:nvPr/>
        </p:nvSpPr>
        <p:spPr>
          <a:xfrm>
            <a:off x="5903731" y="1528712"/>
            <a:ext cx="57724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Inconsistent metadata, price can be:</a:t>
            </a:r>
          </a:p>
          <a:p>
            <a:r>
              <a:rPr lang="en-US" dirty="0"/>
              <a:t>{0  ,  “No price”  ,  “ “   , “Free for soldiers”…}</a:t>
            </a:r>
          </a:p>
          <a:p>
            <a:endParaRPr lang="en-DK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1F58266C-F087-C608-D553-2F76371A1359}"/>
              </a:ext>
            </a:extLst>
          </p:cNvPr>
          <p:cNvSpPr/>
          <p:nvPr/>
        </p:nvSpPr>
        <p:spPr>
          <a:xfrm>
            <a:off x="2556466" y="2861207"/>
            <a:ext cx="389794" cy="47991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D5538C-5E26-5625-1E66-AB3BDEF82CDF}"/>
              </a:ext>
            </a:extLst>
          </p:cNvPr>
          <p:cNvSpPr txBox="1"/>
          <p:nvPr/>
        </p:nvSpPr>
        <p:spPr>
          <a:xfrm>
            <a:off x="5903731" y="735518"/>
            <a:ext cx="5089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Data is WEIRD!</a:t>
            </a:r>
            <a:endParaRPr lang="en-DK" sz="32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2BD66F-4F7F-9BBA-6A35-D51E3ED1BD22}"/>
              </a:ext>
            </a:extLst>
          </p:cNvPr>
          <p:cNvSpPr txBox="1"/>
          <p:nvPr/>
        </p:nvSpPr>
        <p:spPr>
          <a:xfrm>
            <a:off x="5890481" y="5649825"/>
            <a:ext cx="48527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contains jokers;</a:t>
            </a:r>
          </a:p>
          <a:p>
            <a:r>
              <a:rPr lang="en-US" dirty="0"/>
              <a:t>rats, birds and mushrooms are “foods”!</a:t>
            </a:r>
            <a:endParaRPr lang="en-DK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9656382-23FD-B155-83C4-A7C6BC9EB2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42" y="2452042"/>
            <a:ext cx="2141757" cy="2855676"/>
          </a:xfrm>
          <a:prstGeom prst="rect">
            <a:avLst/>
          </a:prstGeom>
        </p:spPr>
      </p:pic>
      <p:sp>
        <p:nvSpPr>
          <p:cNvPr id="15" name="Arrow: Down 14">
            <a:extLst>
              <a:ext uri="{FF2B5EF4-FFF2-40B4-BE49-F238E27FC236}">
                <a16:creationId xmlns:a16="http://schemas.microsoft.com/office/drawing/2014/main" id="{7A5044FB-0B4C-4807-4646-8BBC24E9B34E}"/>
              </a:ext>
            </a:extLst>
          </p:cNvPr>
          <p:cNvSpPr/>
          <p:nvPr/>
        </p:nvSpPr>
        <p:spPr>
          <a:xfrm>
            <a:off x="2543216" y="4336302"/>
            <a:ext cx="389794" cy="47991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527CC44-2BA4-C310-C300-5B73E2F19D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0481" y="2452042"/>
            <a:ext cx="2487561" cy="2855676"/>
          </a:xfrm>
          <a:prstGeom prst="rect">
            <a:avLst/>
          </a:prstGeom>
        </p:spPr>
      </p:pic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51CF5465-C1CC-DC95-47FE-62B04B406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9225664F-2128-B78E-DBEB-6500A7DB9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53930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D0DBC-CA31-C8F7-5169-89D66E666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visualization,  food types</a:t>
            </a:r>
            <a:endParaRPr lang="en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7F55E2-289F-8A3E-B9E9-4A29EA6EE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753" y="1505275"/>
            <a:ext cx="7262493" cy="498760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A3B763-EBC8-B35C-884E-04B4452BB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28226C-940D-3DFA-8B4A-DF16F5AC7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6988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A5B2F-C13B-8A3B-2ACE-C89173C18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6981"/>
            <a:ext cx="10515600" cy="943897"/>
          </a:xfrm>
        </p:spPr>
        <p:txBody>
          <a:bodyPr/>
          <a:lstStyle/>
          <a:p>
            <a:r>
              <a:rPr lang="en-US" dirty="0"/>
              <a:t>Data visualization, country averages</a:t>
            </a:r>
            <a:endParaRPr lang="en-DK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A33F1B-86CE-389D-6244-5F9A7847E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3B4613-96B4-4217-D2D9-B98A19277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7</a:t>
            </a:fld>
            <a:endParaRPr lang="en-DK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299B41E-D8FC-F813-AE0E-8E7CA4A506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6813" y="1120878"/>
            <a:ext cx="9418373" cy="514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435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F72B8-ABC3-AFCB-3211-0FCDE1EA3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Hungarian and Korean </a:t>
            </a:r>
            <a:r>
              <a:rPr lang="en-US" dirty="0" err="1"/>
              <a:t>Scrandle</a:t>
            </a:r>
            <a:endParaRPr lang="en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D97ED-4161-CFFE-EE36-538E8E00A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Hungarian </a:t>
            </a:r>
            <a:r>
              <a:rPr lang="en-US" dirty="0" err="1"/>
              <a:t>zsíros</a:t>
            </a:r>
            <a:r>
              <a:rPr lang="en-US" dirty="0"/>
              <a:t> </a:t>
            </a:r>
            <a:r>
              <a:rPr lang="en-US" dirty="0" err="1"/>
              <a:t>deszka</a:t>
            </a:r>
            <a:r>
              <a:rPr lang="en-US" dirty="0"/>
              <a:t>,</a:t>
            </a:r>
          </a:p>
          <a:p>
            <a:r>
              <a:rPr lang="en-US" dirty="0"/>
              <a:t>Average rating  = (25.12±12.78) %</a:t>
            </a:r>
            <a:endParaRPr lang="en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F8A989-D133-115B-C69C-ED32AC925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Korean pork steak</a:t>
            </a:r>
          </a:p>
          <a:p>
            <a:r>
              <a:rPr lang="en-US" dirty="0"/>
              <a:t>Average rating = (78.85 ±15.08) %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12F20BD-A01B-C65E-2C9C-C9DB708369BA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254" y="2505075"/>
            <a:ext cx="4001079" cy="3684588"/>
          </a:xfrm>
          <a:prstGeom prst="rect">
            <a:avLst/>
          </a:prstGeo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B8CF648-581F-2686-3383-228A3C3A8C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56" y="2505075"/>
            <a:ext cx="3148451" cy="368458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FE7CD9-D6B1-2FF6-EA36-8AF43DA99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8ACD8-065F-5EBF-5EE2-C90A7665D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46370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E44ED-EB60-15E1-C51F-14527F24D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Scrandle</a:t>
            </a:r>
            <a:r>
              <a:rPr lang="en-US" dirty="0"/>
              <a:t> Predictor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EF6A82-6EFF-700E-D23B-05CB05864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09F4A5-7B25-E33F-3E7C-E4E0A8C8F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Christopher, Jakob, Ludvig &amp; Ulrik</a:t>
            </a:r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B64729-8760-B82F-58CD-FB696E96F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A62D-704E-4EE3-93C2-392C58A56CC2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148956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122E0-EB43-C33C-A5B9-6E6D49FF1B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8A1794-99C9-F8FA-C0A8-8056BC2283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485391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B2409-B537-4B51-822E-A3E7DF5158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B74358-106C-DFAE-1254-F53E704145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76369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3927f91-cda1-4696-af89-8c9f1ceffa91}" enabled="0" method="" siteId="{a3927f91-cda1-4696-af89-8c9f1ceffa9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338</TotalTime>
  <Words>284</Words>
  <Application>Microsoft Office PowerPoint</Application>
  <PresentationFormat>Widescreen</PresentationFormat>
  <Paragraphs>62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Scrandle Predictor</vt:lpstr>
      <vt:lpstr>Data</vt:lpstr>
      <vt:lpstr>An individual case of Scrandle</vt:lpstr>
      <vt:lpstr>How the match is presented</vt:lpstr>
      <vt:lpstr>Preprocessing</vt:lpstr>
      <vt:lpstr>Data visualization,  food types</vt:lpstr>
      <vt:lpstr>Data visualization, country averages</vt:lpstr>
      <vt:lpstr>Example of Hungarian and Korean Scrandle</vt:lpstr>
      <vt:lpstr>Scrandle Predictor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Ulrik Steen Andersen</dc:creator>
  <cp:lastModifiedBy>Ulrik Steen Andersen</cp:lastModifiedBy>
  <cp:revision>1</cp:revision>
  <dcterms:created xsi:type="dcterms:W3CDTF">2026-06-01T11:54:42Z</dcterms:created>
  <dcterms:modified xsi:type="dcterms:W3CDTF">2026-06-03T14:15:34Z</dcterms:modified>
</cp:coreProperties>
</file>