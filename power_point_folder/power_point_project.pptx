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521796-5F0E-439D-A398-16F68E4E77DC}" v="2" dt="2026-06-01T12:22:2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lrik Steen Andersen" userId="66700c71-4b67-4d05-a025-65cca66a2d9e" providerId="ADAL" clId="{40447571-E4A6-4F32-A1D1-C8BB8A79932B}"/>
    <pc:docChg chg="undo custSel addSld modSld">
      <pc:chgData name="Ulrik Steen Andersen" userId="66700c71-4b67-4d05-a025-65cca66a2d9e" providerId="ADAL" clId="{40447571-E4A6-4F32-A1D1-C8BB8A79932B}" dt="2026-06-01T12:37:20.068" v="771" actId="1076"/>
      <pc:docMkLst>
        <pc:docMk/>
      </pc:docMkLst>
      <pc:sldChg chg="modSp new mod">
        <pc:chgData name="Ulrik Steen Andersen" userId="66700c71-4b67-4d05-a025-65cca66a2d9e" providerId="ADAL" clId="{40447571-E4A6-4F32-A1D1-C8BB8A79932B}" dt="2026-06-01T11:56:14.434" v="137" actId="20577"/>
        <pc:sldMkLst>
          <pc:docMk/>
          <pc:sldMk cId="180760261" sldId="256"/>
        </pc:sldMkLst>
        <pc:spChg chg="mod">
          <ac:chgData name="Ulrik Steen Andersen" userId="66700c71-4b67-4d05-a025-65cca66a2d9e" providerId="ADAL" clId="{40447571-E4A6-4F32-A1D1-C8BB8A79932B}" dt="2026-06-01T11:56:14.434" v="137" actId="20577"/>
          <ac:spMkLst>
            <pc:docMk/>
            <pc:sldMk cId="180760261" sldId="256"/>
            <ac:spMk id="2" creationId="{EE7F874A-AAA4-64B7-5AA4-324D8BAD680F}"/>
          </ac:spMkLst>
        </pc:spChg>
        <pc:spChg chg="mod">
          <ac:chgData name="Ulrik Steen Andersen" userId="66700c71-4b67-4d05-a025-65cca66a2d9e" providerId="ADAL" clId="{40447571-E4A6-4F32-A1D1-C8BB8A79932B}" dt="2026-06-01T11:55:47.014" v="104" actId="20577"/>
          <ac:spMkLst>
            <pc:docMk/>
            <pc:sldMk cId="180760261" sldId="256"/>
            <ac:spMk id="3" creationId="{872171BB-126B-F4E5-DEDC-B9091558F679}"/>
          </ac:spMkLst>
        </pc:spChg>
      </pc:sldChg>
      <pc:sldChg chg="modSp new mod">
        <pc:chgData name="Ulrik Steen Andersen" userId="66700c71-4b67-4d05-a025-65cca66a2d9e" providerId="ADAL" clId="{40447571-E4A6-4F32-A1D1-C8BB8A79932B}" dt="2026-06-01T11:56:03.966" v="113" actId="20577"/>
        <pc:sldMkLst>
          <pc:docMk/>
          <pc:sldMk cId="1615612790" sldId="257"/>
        </pc:sldMkLst>
        <pc:spChg chg="mod">
          <ac:chgData name="Ulrik Steen Andersen" userId="66700c71-4b67-4d05-a025-65cca66a2d9e" providerId="ADAL" clId="{40447571-E4A6-4F32-A1D1-C8BB8A79932B}" dt="2026-06-01T11:56:03.966" v="113" actId="20577"/>
          <ac:spMkLst>
            <pc:docMk/>
            <pc:sldMk cId="1615612790" sldId="257"/>
            <ac:spMk id="2" creationId="{B54718DF-5891-E07B-D7DF-ACEDD5E81C2C}"/>
          </ac:spMkLst>
        </pc:spChg>
      </pc:sldChg>
      <pc:sldChg chg="modSp new mod">
        <pc:chgData name="Ulrik Steen Andersen" userId="66700c71-4b67-4d05-a025-65cca66a2d9e" providerId="ADAL" clId="{40447571-E4A6-4F32-A1D1-C8BB8A79932B}" dt="2026-06-01T11:59:19.671" v="306" actId="20577"/>
        <pc:sldMkLst>
          <pc:docMk/>
          <pc:sldMk cId="3353930083" sldId="258"/>
        </pc:sldMkLst>
        <pc:spChg chg="mod">
          <ac:chgData name="Ulrik Steen Andersen" userId="66700c71-4b67-4d05-a025-65cca66a2d9e" providerId="ADAL" clId="{40447571-E4A6-4F32-A1D1-C8BB8A79932B}" dt="2026-06-01T11:56:43.572" v="150" actId="20577"/>
          <ac:spMkLst>
            <pc:docMk/>
            <pc:sldMk cId="3353930083" sldId="258"/>
            <ac:spMk id="2" creationId="{87CBB29F-E2B7-4445-067E-3696797203C3}"/>
          </ac:spMkLst>
        </pc:spChg>
        <pc:spChg chg="mod">
          <ac:chgData name="Ulrik Steen Andersen" userId="66700c71-4b67-4d05-a025-65cca66a2d9e" providerId="ADAL" clId="{40447571-E4A6-4F32-A1D1-C8BB8A79932B}" dt="2026-06-01T11:59:19.671" v="306" actId="20577"/>
          <ac:spMkLst>
            <pc:docMk/>
            <pc:sldMk cId="3353930083" sldId="258"/>
            <ac:spMk id="3" creationId="{99D1C8F8-A3D6-D9D2-43F3-18D1BD64E18C}"/>
          </ac:spMkLst>
        </pc:spChg>
      </pc:sldChg>
      <pc:sldChg chg="modSp new mod">
        <pc:chgData name="Ulrik Steen Andersen" userId="66700c71-4b67-4d05-a025-65cca66a2d9e" providerId="ADAL" clId="{40447571-E4A6-4F32-A1D1-C8BB8A79932B}" dt="2026-06-01T11:57:20.113" v="196" actId="20577"/>
        <pc:sldMkLst>
          <pc:docMk/>
          <pc:sldMk cId="3126988782" sldId="259"/>
        </pc:sldMkLst>
        <pc:spChg chg="mod">
          <ac:chgData name="Ulrik Steen Andersen" userId="66700c71-4b67-4d05-a025-65cca66a2d9e" providerId="ADAL" clId="{40447571-E4A6-4F32-A1D1-C8BB8A79932B}" dt="2026-06-01T11:57:20.113" v="196" actId="20577"/>
          <ac:spMkLst>
            <pc:docMk/>
            <pc:sldMk cId="3126988782" sldId="259"/>
            <ac:spMk id="2" creationId="{784D0DBC-CA31-C8F7-5169-89D66E666E39}"/>
          </ac:spMkLst>
        </pc:spChg>
      </pc:sldChg>
      <pc:sldChg chg="addSp delSp modSp new mod setBg">
        <pc:chgData name="Ulrik Steen Andersen" userId="66700c71-4b67-4d05-a025-65cca66a2d9e" providerId="ADAL" clId="{40447571-E4A6-4F32-A1D1-C8BB8A79932B}" dt="2026-06-01T12:37:20.068" v="771" actId="1076"/>
        <pc:sldMkLst>
          <pc:docMk/>
          <pc:sldMk cId="3796435232" sldId="260"/>
        </pc:sldMkLst>
        <pc:spChg chg="mod ord">
          <ac:chgData name="Ulrik Steen Andersen" userId="66700c71-4b67-4d05-a025-65cca66a2d9e" providerId="ADAL" clId="{40447571-E4A6-4F32-A1D1-C8BB8A79932B}" dt="2026-06-01T12:37:06.105" v="768" actId="14100"/>
          <ac:spMkLst>
            <pc:docMk/>
            <pc:sldMk cId="3796435232" sldId="260"/>
            <ac:spMk id="2" creationId="{16DA5B2F-C13B-8A3B-2ACE-C89173C187A0}"/>
          </ac:spMkLst>
        </pc:spChg>
        <pc:spChg chg="del">
          <ac:chgData name="Ulrik Steen Andersen" userId="66700c71-4b67-4d05-a025-65cca66a2d9e" providerId="ADAL" clId="{40447571-E4A6-4F32-A1D1-C8BB8A79932B}" dt="2026-06-01T12:35:53.539" v="746" actId="931"/>
          <ac:spMkLst>
            <pc:docMk/>
            <pc:sldMk cId="3796435232" sldId="260"/>
            <ac:spMk id="3" creationId="{EC28A938-EDEC-EB58-0B84-D2AF20C753E7}"/>
          </ac:spMkLst>
        </pc:spChg>
        <pc:spChg chg="add del">
          <ac:chgData name="Ulrik Steen Andersen" userId="66700c71-4b67-4d05-a025-65cca66a2d9e" providerId="ADAL" clId="{40447571-E4A6-4F32-A1D1-C8BB8A79932B}" dt="2026-06-01T12:36:53.320" v="764" actId="26606"/>
          <ac:spMkLst>
            <pc:docMk/>
            <pc:sldMk cId="3796435232" sldId="260"/>
            <ac:spMk id="10" creationId="{37C89E4B-3C9F-44B9-8B86-D9E3D112D8EC}"/>
          </ac:spMkLst>
        </pc:spChg>
        <pc:spChg chg="add del">
          <ac:chgData name="Ulrik Steen Andersen" userId="66700c71-4b67-4d05-a025-65cca66a2d9e" providerId="ADAL" clId="{40447571-E4A6-4F32-A1D1-C8BB8A79932B}" dt="2026-06-01T12:36:51.905" v="761" actId="26606"/>
          <ac:spMkLst>
            <pc:docMk/>
            <pc:sldMk cId="3796435232" sldId="260"/>
            <ac:spMk id="19" creationId="{37C89E4B-3C9F-44B9-8B86-D9E3D112D8EC}"/>
          </ac:spMkLst>
        </pc:spChg>
        <pc:picChg chg="add mod ord">
          <ac:chgData name="Ulrik Steen Andersen" userId="66700c71-4b67-4d05-a025-65cca66a2d9e" providerId="ADAL" clId="{40447571-E4A6-4F32-A1D1-C8BB8A79932B}" dt="2026-06-01T12:37:20.068" v="771" actId="1076"/>
          <ac:picMkLst>
            <pc:docMk/>
            <pc:sldMk cId="3796435232" sldId="260"/>
            <ac:picMk id="5" creationId="{ECF230BF-30BC-7678-54DF-27651DC18941}"/>
          </ac:picMkLst>
        </pc:picChg>
        <pc:cxnChg chg="add del">
          <ac:chgData name="Ulrik Steen Andersen" userId="66700c71-4b67-4d05-a025-65cca66a2d9e" providerId="ADAL" clId="{40447571-E4A6-4F32-A1D1-C8BB8A79932B}" dt="2026-06-01T12:36:53.320" v="764" actId="26606"/>
          <ac:cxnSpMkLst>
            <pc:docMk/>
            <pc:sldMk cId="3796435232" sldId="260"/>
            <ac:cxnSpMk id="12" creationId="{AA2EAA10-076F-46BD-8F0F-B9A2FB77A85C}"/>
          </ac:cxnSpMkLst>
        </pc:cxnChg>
        <pc:cxnChg chg="add del">
          <ac:chgData name="Ulrik Steen Andersen" userId="66700c71-4b67-4d05-a025-65cca66a2d9e" providerId="ADAL" clId="{40447571-E4A6-4F32-A1D1-C8BB8A79932B}" dt="2026-06-01T12:36:53.320" v="764" actId="26606"/>
          <ac:cxnSpMkLst>
            <pc:docMk/>
            <pc:sldMk cId="3796435232" sldId="260"/>
            <ac:cxnSpMk id="14" creationId="{D891E407-403B-4764-86C9-33A56D3BCAA3}"/>
          </ac:cxnSpMkLst>
        </pc:cxnChg>
        <pc:cxnChg chg="add del">
          <ac:chgData name="Ulrik Steen Andersen" userId="66700c71-4b67-4d05-a025-65cca66a2d9e" providerId="ADAL" clId="{40447571-E4A6-4F32-A1D1-C8BB8A79932B}" dt="2026-06-01T12:36:51.905" v="761" actId="26606"/>
          <ac:cxnSpMkLst>
            <pc:docMk/>
            <pc:sldMk cId="3796435232" sldId="260"/>
            <ac:cxnSpMk id="21" creationId="{AA2EAA10-076F-46BD-8F0F-B9A2FB77A85C}"/>
          </ac:cxnSpMkLst>
        </pc:cxnChg>
        <pc:cxnChg chg="add del">
          <ac:chgData name="Ulrik Steen Andersen" userId="66700c71-4b67-4d05-a025-65cca66a2d9e" providerId="ADAL" clId="{40447571-E4A6-4F32-A1D1-C8BB8A79932B}" dt="2026-06-01T12:36:51.905" v="761" actId="26606"/>
          <ac:cxnSpMkLst>
            <pc:docMk/>
            <pc:sldMk cId="3796435232" sldId="260"/>
            <ac:cxnSpMk id="23" creationId="{D891E407-403B-4764-86C9-33A56D3BCAA3}"/>
          </ac:cxnSpMkLst>
        </pc:cxnChg>
      </pc:sldChg>
      <pc:sldChg chg="modSp new mod">
        <pc:chgData name="Ulrik Steen Andersen" userId="66700c71-4b67-4d05-a025-65cca66a2d9e" providerId="ADAL" clId="{40447571-E4A6-4F32-A1D1-C8BB8A79932B}" dt="2026-06-01T12:33:34.831" v="745" actId="20577"/>
        <pc:sldMkLst>
          <pc:docMk/>
          <pc:sldMk cId="2214895637" sldId="261"/>
        </pc:sldMkLst>
        <pc:spChg chg="mod">
          <ac:chgData name="Ulrik Steen Andersen" userId="66700c71-4b67-4d05-a025-65cca66a2d9e" providerId="ADAL" clId="{40447571-E4A6-4F32-A1D1-C8BB8A79932B}" dt="2026-06-01T12:33:34.831" v="745" actId="20577"/>
          <ac:spMkLst>
            <pc:docMk/>
            <pc:sldMk cId="2214895637" sldId="261"/>
            <ac:spMk id="2" creationId="{F13E44ED-EB60-15E1-C51F-14527F24DFA4}"/>
          </ac:spMkLst>
        </pc:spChg>
      </pc:sldChg>
      <pc:sldChg chg="modSp new mod">
        <pc:chgData name="Ulrik Steen Andersen" userId="66700c71-4b67-4d05-a025-65cca66a2d9e" providerId="ADAL" clId="{40447571-E4A6-4F32-A1D1-C8BB8A79932B}" dt="2026-06-01T12:22:44.517" v="725" actId="20577"/>
        <pc:sldMkLst>
          <pc:docMk/>
          <pc:sldMk cId="4046370384" sldId="262"/>
        </pc:sldMkLst>
        <pc:spChg chg="mod">
          <ac:chgData name="Ulrik Steen Andersen" userId="66700c71-4b67-4d05-a025-65cca66a2d9e" providerId="ADAL" clId="{40447571-E4A6-4F32-A1D1-C8BB8A79932B}" dt="2026-06-01T12:00:31.241" v="481" actId="20577"/>
          <ac:spMkLst>
            <pc:docMk/>
            <pc:sldMk cId="4046370384" sldId="262"/>
            <ac:spMk id="2" creationId="{C06F72B8-ABC3-AFCB-3211-0FCDE1EA33B3}"/>
          </ac:spMkLst>
        </pc:spChg>
        <pc:spChg chg="mod">
          <ac:chgData name="Ulrik Steen Andersen" userId="66700c71-4b67-4d05-a025-65cca66a2d9e" providerId="ADAL" clId="{40447571-E4A6-4F32-A1D1-C8BB8A79932B}" dt="2026-06-01T12:22:41.344" v="721" actId="20577"/>
          <ac:spMkLst>
            <pc:docMk/>
            <pc:sldMk cId="4046370384" sldId="262"/>
            <ac:spMk id="3" creationId="{F37D97ED-4161-CFFE-EE36-538E8E00A6D3}"/>
          </ac:spMkLst>
        </pc:spChg>
        <pc:spChg chg="mod">
          <ac:chgData name="Ulrik Steen Andersen" userId="66700c71-4b67-4d05-a025-65cca66a2d9e" providerId="ADAL" clId="{40447571-E4A6-4F32-A1D1-C8BB8A79932B}" dt="2026-06-01T12:22:44.517" v="725" actId="20577"/>
          <ac:spMkLst>
            <pc:docMk/>
            <pc:sldMk cId="4046370384" sldId="262"/>
            <ac:spMk id="5" creationId="{5EF8A989-D133-115B-C69C-ED32AC92500D}"/>
          </ac:spMkLst>
        </pc:spChg>
      </pc:sldChg>
      <pc:sldChg chg="new">
        <pc:chgData name="Ulrik Steen Andersen" userId="66700c71-4b67-4d05-a025-65cca66a2d9e" providerId="ADAL" clId="{40447571-E4A6-4F32-A1D1-C8BB8A79932B}" dt="2026-06-01T12:33:05.025" v="726" actId="680"/>
        <pc:sldMkLst>
          <pc:docMk/>
          <pc:sldMk cId="3848539155" sldId="263"/>
        </pc:sldMkLst>
      </pc:sldChg>
      <pc:sldChg chg="new">
        <pc:chgData name="Ulrik Steen Andersen" userId="66700c71-4b67-4d05-a025-65cca66a2d9e" providerId="ADAL" clId="{40447571-E4A6-4F32-A1D1-C8BB8A79932B}" dt="2026-06-01T12:33:06.231" v="727" actId="680"/>
        <pc:sldMkLst>
          <pc:docMk/>
          <pc:sldMk cId="417636960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0B6C-8EEA-837A-C17D-319411CF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3AC47-C009-E4D3-B6D6-FC3D2E3E0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11BB2-DC38-2181-3A5D-071B221D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0FDAD-C0B5-3B1C-24DA-63467A79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C01FE-2A8D-ADD3-E2BC-73A60463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845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660E-5110-6184-AA67-B3DA83EF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195C-EC95-9FCD-13D8-E43C5F6DF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E664-1C35-82BD-0578-68CFF97B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EC7F-69AB-C2E4-1BE7-83F671BD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82DC2-0BFF-7C14-6FC7-E960C33B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8856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B2A9-EF2C-2F99-4C50-36817117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1BCCC-D70F-03DC-0735-F8CAA0C7A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044BA-0CB7-6CCA-628E-D2ECD486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50491-2CA3-79EB-4F04-3534215A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61986-442C-65A2-10DC-5ED29BC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8639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7841-3B0B-11A7-3386-379E242D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2E1D-2C14-EA31-693E-8F68964E2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F46F4-42A7-4CE5-B432-BCE8FB30B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40E0E-1305-BC29-8224-F68BF72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07237-0F84-0DDD-D8B1-CB770B88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66916-6D84-68FE-6C8D-07B04651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545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06C0-1808-3C44-4A15-85862D16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85B9-25AC-93E3-360F-FDE78E55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CF358-FC25-775E-1E32-A9F1D6F21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B121A-9AD6-CFB3-5662-2FF6C4B37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5D7A5-4D87-2B8C-129C-B6A3583EC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742AB-0DC1-6AF6-957A-FA44B5E3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1E683-79CD-BD19-2BC0-DB68E815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31827-4FE1-1C48-208E-4262E2C1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788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0E57-1023-831C-01DB-8DEE8BFE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9F51-7B35-049C-3F38-3749AA3C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DF426-C7E9-D3CA-1DF5-77ABB562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E57C0-4CC7-5637-B7F4-32AD903E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18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2D8A9-60BA-13D9-2B67-50B23FCC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23EB4-F854-5967-E252-466C9499E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26ABD-CE85-9E09-D449-79C96E31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8265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2DE8-466B-9CA5-06E6-983CB2D3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F1C4-E058-4625-6478-75364B3CF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17CA2-55AD-5349-E0FB-46AC34A1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A4C24-CBC0-D5E5-749F-16A8D92C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5942B-7E1C-BB58-3E63-8CC5D4BA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06746-B82E-E8BA-CF4F-EACFE92D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583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239D-D3E6-F4CB-38BF-B36AD9D1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D6853-7426-BBA8-825A-DF1E23F78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49D28-0C20-FB1F-C822-16157CADB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9468-9B04-3FB3-9E47-53F30048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B6057-5524-0BA2-B0DD-F1045F6B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92DCC-9FCB-9AD5-82A2-F19CD1F5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198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213A-A2E6-81AC-584F-127893F7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B4EB8-5F47-72E3-45D1-76933F8BB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473F-89A4-1783-C9BB-736C838F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4933F-E286-6D13-B3FE-F0887E0A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B43D-FF0B-D582-B939-9FDBA095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180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C04D7-48A0-D83C-92AD-EA251DFF7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414EC-C513-DDF7-383D-89EC3EDBF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3ED2-220E-44CF-9173-03045E14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A62E1-29D0-FA28-8D26-4806B74E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5DF8-E10A-EC0F-7365-3E309C1D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779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5EE97-218C-0936-E2F2-BEC4BA75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F3E3A-EEC4-B3B9-BD7A-18EC4CF9F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02CBD-B61E-F145-78EC-2D944769C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8CBA7-7CDE-4D42-AACF-5ACEEA65CA1D}" type="datetimeFigureOut">
              <a:rPr lang="en-DK" smtClean="0"/>
              <a:t>01/06/2026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969B-CF23-5334-241E-F8EAD0110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F2650-94DD-C653-D725-DE9D5DBAE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2A62D-704E-4EE3-93C2-392C58A56CC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7867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874A-AAA4-64B7-5AA4-324D8BAD6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Scrandle</a:t>
            </a:r>
            <a:r>
              <a:rPr lang="en-US" dirty="0"/>
              <a:t> Predictor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171BB-126B-F4E5-DEDC-B9091558F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Christopher Plykker, Jakob Fugl, Ludvig Andreas Pio and Ulrik Steen Andersen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8076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18DF-5891-E07B-D7DF-ACEDD5E8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850F-EE32-BD4F-AB19-2BE816735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1561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B29F-E2B7-4445-067E-36967972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C8F8-A3D6-D9D2-43F3-18D1BD64E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 -&gt; Unique cases -&gt; unique food entries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5393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0DBC-CA31-C8F7-5169-89D66E66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visualization,  food types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B7B2-AE05-09B9-8D72-0A50A68D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2698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5B2F-C13B-8A3B-2ACE-C89173C1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943897"/>
          </a:xfrm>
        </p:spPr>
        <p:txBody>
          <a:bodyPr/>
          <a:lstStyle/>
          <a:p>
            <a:r>
              <a:rPr lang="en-US" dirty="0"/>
              <a:t>Data visualization, country averages</a:t>
            </a:r>
            <a:endParaRPr lang="en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230BF-30BC-7678-54DF-27651DC18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526" y="1120878"/>
            <a:ext cx="9222947" cy="55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3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72B8-ABC3-AFCB-3211-0FCDE1EA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Korean and Hungarian </a:t>
            </a:r>
            <a:r>
              <a:rPr lang="en-US" dirty="0" err="1"/>
              <a:t>scrandle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D97ED-4161-CFFE-EE36-538E8E00A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Typical Hungarian </a:t>
            </a:r>
            <a:r>
              <a:rPr lang="en-US" dirty="0" err="1"/>
              <a:t>zsíros</a:t>
            </a:r>
            <a:r>
              <a:rPr lang="en-US" dirty="0"/>
              <a:t> </a:t>
            </a:r>
            <a:r>
              <a:rPr lang="en-US" dirty="0" err="1"/>
              <a:t>deszka</a:t>
            </a:r>
            <a:r>
              <a:rPr lang="en-US" dirty="0"/>
              <a:t>,</a:t>
            </a:r>
          </a:p>
          <a:p>
            <a:r>
              <a:rPr lang="en-US" dirty="0"/>
              <a:t>Average rating  = (25.12±12.78) %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C15FF-2A32-D428-1451-5BDB2BD1C7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8A989-D133-115B-C69C-ED32AC925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Typical Korean</a:t>
            </a:r>
          </a:p>
          <a:p>
            <a:r>
              <a:rPr lang="en-US" dirty="0"/>
              <a:t>Average rating = (78.85 ±15.08) 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1BA76-8F16-6D1C-FC25-0C22F276B3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04637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44ED-EB60-15E1-C51F-14527F24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Scrandle</a:t>
            </a:r>
            <a:r>
              <a:rPr lang="en-US" dirty="0"/>
              <a:t> Predictor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6A82-6EFF-700E-D23B-05CB05864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14895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22E0-EB43-C33C-A5B9-6E6D49FF1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A1794-99C9-F8FA-C0A8-8056BC228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4853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2409-B537-4B51-822E-A3E7DF515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74358-106C-DFAE-1254-F53E70414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636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927f91-cda1-4696-af89-8c9f1ceffa91}" enabled="0" method="" siteId="{a3927f91-cda1-4696-af89-8c9f1ceffa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68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Scrandle Predictor</vt:lpstr>
      <vt:lpstr>Data</vt:lpstr>
      <vt:lpstr>Preprocessing</vt:lpstr>
      <vt:lpstr>Data visualization,  food types</vt:lpstr>
      <vt:lpstr>Data visualization, country averages</vt:lpstr>
      <vt:lpstr>Example of Korean and Hungarian scrandle</vt:lpstr>
      <vt:lpstr>Scrandle Predictor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Ulrik Steen Andersen</dc:creator>
  <cp:lastModifiedBy>Ulrik Steen Andersen</cp:lastModifiedBy>
  <cp:revision>1</cp:revision>
  <dcterms:created xsi:type="dcterms:W3CDTF">2026-06-01T11:54:42Z</dcterms:created>
  <dcterms:modified xsi:type="dcterms:W3CDTF">2026-06-01T12:37:22Z</dcterms:modified>
</cp:coreProperties>
</file>