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lrik Steen Andersen" userId="66700c71-4b67-4d05-a025-65cca66a2d9e" providerId="ADAL" clId="{40447571-E4A6-4F32-A1D1-C8BB8A79932B}"/>
    <pc:docChg chg="custSel addSld modSld">
      <pc:chgData name="Ulrik Steen Andersen" userId="66700c71-4b67-4d05-a025-65cca66a2d9e" providerId="ADAL" clId="{40447571-E4A6-4F32-A1D1-C8BB8A79932B}" dt="2026-06-01T12:02:12.790" v="530" actId="20577"/>
      <pc:docMkLst>
        <pc:docMk/>
      </pc:docMkLst>
      <pc:sldChg chg="modSp new mod">
        <pc:chgData name="Ulrik Steen Andersen" userId="66700c71-4b67-4d05-a025-65cca66a2d9e" providerId="ADAL" clId="{40447571-E4A6-4F32-A1D1-C8BB8A79932B}" dt="2026-06-01T11:56:14.434" v="137" actId="20577"/>
        <pc:sldMkLst>
          <pc:docMk/>
          <pc:sldMk cId="180760261" sldId="256"/>
        </pc:sldMkLst>
        <pc:spChg chg="mod">
          <ac:chgData name="Ulrik Steen Andersen" userId="66700c71-4b67-4d05-a025-65cca66a2d9e" providerId="ADAL" clId="{40447571-E4A6-4F32-A1D1-C8BB8A79932B}" dt="2026-06-01T11:56:14.434" v="137" actId="20577"/>
          <ac:spMkLst>
            <pc:docMk/>
            <pc:sldMk cId="180760261" sldId="256"/>
            <ac:spMk id="2" creationId="{EE7F874A-AAA4-64B7-5AA4-324D8BAD680F}"/>
          </ac:spMkLst>
        </pc:spChg>
        <pc:spChg chg="mod">
          <ac:chgData name="Ulrik Steen Andersen" userId="66700c71-4b67-4d05-a025-65cca66a2d9e" providerId="ADAL" clId="{40447571-E4A6-4F32-A1D1-C8BB8A79932B}" dt="2026-06-01T11:55:47.014" v="104" actId="20577"/>
          <ac:spMkLst>
            <pc:docMk/>
            <pc:sldMk cId="180760261" sldId="256"/>
            <ac:spMk id="3" creationId="{872171BB-126B-F4E5-DEDC-B9091558F679}"/>
          </ac:spMkLst>
        </pc:spChg>
      </pc:sldChg>
      <pc:sldChg chg="modSp new mod">
        <pc:chgData name="Ulrik Steen Andersen" userId="66700c71-4b67-4d05-a025-65cca66a2d9e" providerId="ADAL" clId="{40447571-E4A6-4F32-A1D1-C8BB8A79932B}" dt="2026-06-01T11:56:03.966" v="113" actId="20577"/>
        <pc:sldMkLst>
          <pc:docMk/>
          <pc:sldMk cId="1615612790" sldId="257"/>
        </pc:sldMkLst>
        <pc:spChg chg="mod">
          <ac:chgData name="Ulrik Steen Andersen" userId="66700c71-4b67-4d05-a025-65cca66a2d9e" providerId="ADAL" clId="{40447571-E4A6-4F32-A1D1-C8BB8A79932B}" dt="2026-06-01T11:56:03.966" v="113" actId="20577"/>
          <ac:spMkLst>
            <pc:docMk/>
            <pc:sldMk cId="1615612790" sldId="257"/>
            <ac:spMk id="2" creationId="{B54718DF-5891-E07B-D7DF-ACEDD5E81C2C}"/>
          </ac:spMkLst>
        </pc:spChg>
      </pc:sldChg>
      <pc:sldChg chg="modSp new mod">
        <pc:chgData name="Ulrik Steen Andersen" userId="66700c71-4b67-4d05-a025-65cca66a2d9e" providerId="ADAL" clId="{40447571-E4A6-4F32-A1D1-C8BB8A79932B}" dt="2026-06-01T11:59:19.671" v="306" actId="20577"/>
        <pc:sldMkLst>
          <pc:docMk/>
          <pc:sldMk cId="3353930083" sldId="258"/>
        </pc:sldMkLst>
        <pc:spChg chg="mod">
          <ac:chgData name="Ulrik Steen Andersen" userId="66700c71-4b67-4d05-a025-65cca66a2d9e" providerId="ADAL" clId="{40447571-E4A6-4F32-A1D1-C8BB8A79932B}" dt="2026-06-01T11:56:43.572" v="150" actId="20577"/>
          <ac:spMkLst>
            <pc:docMk/>
            <pc:sldMk cId="3353930083" sldId="258"/>
            <ac:spMk id="2" creationId="{87CBB29F-E2B7-4445-067E-3696797203C3}"/>
          </ac:spMkLst>
        </pc:spChg>
        <pc:spChg chg="mod">
          <ac:chgData name="Ulrik Steen Andersen" userId="66700c71-4b67-4d05-a025-65cca66a2d9e" providerId="ADAL" clId="{40447571-E4A6-4F32-A1D1-C8BB8A79932B}" dt="2026-06-01T11:59:19.671" v="306" actId="20577"/>
          <ac:spMkLst>
            <pc:docMk/>
            <pc:sldMk cId="3353930083" sldId="258"/>
            <ac:spMk id="3" creationId="{99D1C8F8-A3D6-D9D2-43F3-18D1BD64E18C}"/>
          </ac:spMkLst>
        </pc:spChg>
      </pc:sldChg>
      <pc:sldChg chg="modSp new mod">
        <pc:chgData name="Ulrik Steen Andersen" userId="66700c71-4b67-4d05-a025-65cca66a2d9e" providerId="ADAL" clId="{40447571-E4A6-4F32-A1D1-C8BB8A79932B}" dt="2026-06-01T11:57:20.113" v="196" actId="20577"/>
        <pc:sldMkLst>
          <pc:docMk/>
          <pc:sldMk cId="3126988782" sldId="259"/>
        </pc:sldMkLst>
        <pc:spChg chg="mod">
          <ac:chgData name="Ulrik Steen Andersen" userId="66700c71-4b67-4d05-a025-65cca66a2d9e" providerId="ADAL" clId="{40447571-E4A6-4F32-A1D1-C8BB8A79932B}" dt="2026-06-01T11:57:20.113" v="196" actId="20577"/>
          <ac:spMkLst>
            <pc:docMk/>
            <pc:sldMk cId="3126988782" sldId="259"/>
            <ac:spMk id="2" creationId="{784D0DBC-CA31-C8F7-5169-89D66E666E39}"/>
          </ac:spMkLst>
        </pc:spChg>
      </pc:sldChg>
      <pc:sldChg chg="modSp new mod">
        <pc:chgData name="Ulrik Steen Andersen" userId="66700c71-4b67-4d05-a025-65cca66a2d9e" providerId="ADAL" clId="{40447571-E4A6-4F32-A1D1-C8BB8A79932B}" dt="2026-06-01T11:57:30.550" v="233" actId="20577"/>
        <pc:sldMkLst>
          <pc:docMk/>
          <pc:sldMk cId="3796435232" sldId="260"/>
        </pc:sldMkLst>
        <pc:spChg chg="mod">
          <ac:chgData name="Ulrik Steen Andersen" userId="66700c71-4b67-4d05-a025-65cca66a2d9e" providerId="ADAL" clId="{40447571-E4A6-4F32-A1D1-C8BB8A79932B}" dt="2026-06-01T11:57:30.550" v="233" actId="20577"/>
          <ac:spMkLst>
            <pc:docMk/>
            <pc:sldMk cId="3796435232" sldId="260"/>
            <ac:spMk id="2" creationId="{16DA5B2F-C13B-8A3B-2ACE-C89173C187A0}"/>
          </ac:spMkLst>
        </pc:spChg>
      </pc:sldChg>
      <pc:sldChg chg="new">
        <pc:chgData name="Ulrik Steen Andersen" userId="66700c71-4b67-4d05-a025-65cca66a2d9e" providerId="ADAL" clId="{40447571-E4A6-4F32-A1D1-C8BB8A79932B}" dt="2026-06-01T11:55:59.572" v="109" actId="680"/>
        <pc:sldMkLst>
          <pc:docMk/>
          <pc:sldMk cId="2214895637" sldId="261"/>
        </pc:sldMkLst>
      </pc:sldChg>
      <pc:sldChg chg="modSp new mod">
        <pc:chgData name="Ulrik Steen Andersen" userId="66700c71-4b67-4d05-a025-65cca66a2d9e" providerId="ADAL" clId="{40447571-E4A6-4F32-A1D1-C8BB8A79932B}" dt="2026-06-01T12:02:12.790" v="530" actId="20577"/>
        <pc:sldMkLst>
          <pc:docMk/>
          <pc:sldMk cId="4046370384" sldId="262"/>
        </pc:sldMkLst>
        <pc:spChg chg="mod">
          <ac:chgData name="Ulrik Steen Andersen" userId="66700c71-4b67-4d05-a025-65cca66a2d9e" providerId="ADAL" clId="{40447571-E4A6-4F32-A1D1-C8BB8A79932B}" dt="2026-06-01T12:00:31.241" v="481" actId="20577"/>
          <ac:spMkLst>
            <pc:docMk/>
            <pc:sldMk cId="4046370384" sldId="262"/>
            <ac:spMk id="2" creationId="{C06F72B8-ABC3-AFCB-3211-0FCDE1EA33B3}"/>
          </ac:spMkLst>
        </pc:spChg>
        <pc:spChg chg="mod">
          <ac:chgData name="Ulrik Steen Andersen" userId="66700c71-4b67-4d05-a025-65cca66a2d9e" providerId="ADAL" clId="{40447571-E4A6-4F32-A1D1-C8BB8A79932B}" dt="2026-06-01T12:02:09.569" v="522" actId="20577"/>
          <ac:spMkLst>
            <pc:docMk/>
            <pc:sldMk cId="4046370384" sldId="262"/>
            <ac:spMk id="3" creationId="{F37D97ED-4161-CFFE-EE36-538E8E00A6D3}"/>
          </ac:spMkLst>
        </pc:spChg>
        <pc:spChg chg="mod">
          <ac:chgData name="Ulrik Steen Andersen" userId="66700c71-4b67-4d05-a025-65cca66a2d9e" providerId="ADAL" clId="{40447571-E4A6-4F32-A1D1-C8BB8A79932B}" dt="2026-06-01T12:02:12.790" v="530" actId="20577"/>
          <ac:spMkLst>
            <pc:docMk/>
            <pc:sldMk cId="4046370384" sldId="262"/>
            <ac:spMk id="5" creationId="{5EF8A989-D133-115B-C69C-ED32AC92500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00B6C-8EEA-837A-C17D-319411CF86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63AC47-C009-E4D3-B6D6-FC3D2E3E01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11BB2-DC38-2181-3A5D-071B221DE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0FDAD-C0B5-3B1C-24DA-63467A79A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C01FE-2A8D-ADD3-E2BC-73A604631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28450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2660E-5110-6184-AA67-B3DA83EF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0195C-EC95-9FCD-13D8-E43C5F6DF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DE664-1C35-82BD-0578-68CFF97B0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CEC7F-69AB-C2E4-1BE7-83F671BD6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82DC2-0BFF-7C14-6FC7-E960C33B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88566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6B2A9-EF2C-2F99-4C50-36817117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BCCC-D70F-03DC-0735-F8CAA0C7A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A044BA-0CB7-6CCA-628E-D2ECD4860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50491-2CA3-79EB-4F04-3534215A9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61986-442C-65A2-10DC-5ED29BC04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86390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87841-3B0B-11A7-3386-379E242D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72E1D-2C14-EA31-693E-8F68964E25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EF46F4-42A7-4CE5-B432-BCE8FB30B0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D40E0E-1305-BC29-8224-F68BF72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907237-0F84-0DDD-D8B1-CB770B880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C66916-6D84-68FE-6C8D-07B04651F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55457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06C0-1808-3C44-4A15-85862D16F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885B9-25AC-93E3-360F-FDE78E552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CF358-FC25-775E-1E32-A9F1D6F21C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B121A-9AD6-CFB3-5662-2FF6C4B37D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D5D7A5-4D87-2B8C-129C-B6A3583EC6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742AB-0DC1-6AF6-957A-FA44B5E3D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A1E683-79CD-BD19-2BC0-DB68E8150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731827-4FE1-1C48-208E-4262E2C15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87889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10E57-1023-831C-01DB-8DEE8BFEB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089F51-7B35-049C-3F38-3749AA3C8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DF426-C7E9-D3CA-1DF5-77ABB562E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E57C0-4CC7-5637-B7F4-32AD903E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1185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02D8A9-60BA-13D9-2B67-50B23FCC2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A23EB4-F854-5967-E252-466C9499E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26ABD-CE85-9E09-D449-79C96E311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8265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12DE8-466B-9CA5-06E6-983CB2D3F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0F1C4-E058-4625-6478-75364B3CF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F17CA2-55AD-5349-E0FB-46AC34A11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BA4C24-CBC0-D5E5-749F-16A8D92CE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5942B-7E1C-BB58-3E63-8CC5D4BAC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06746-B82E-E8BA-CF4F-EACFE92D6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9583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6239D-D3E6-F4CB-38BF-B36AD9D1E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3D6853-7426-BBA8-825A-DF1E23F789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E49D28-0C20-FB1F-C822-16157CAD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749468-9B04-3FB3-9E47-53F300486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B6057-5524-0BA2-B0DD-F1045F6B2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E92DCC-9FCB-9AD5-82A2-F19CD1F50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5198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5213A-A2E6-81AC-584F-127893F70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B4EB8-5F47-72E3-45D1-76933F8BB5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473F-89A4-1783-C9BB-736C838FE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4933F-E286-6D13-B3FE-F0887E0AC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B43D-FF0B-D582-B939-9FDBA095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61808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2C04D7-48A0-D83C-92AD-EA251DFF7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B414EC-C513-DDF7-383D-89EC3EDBF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3ED2-220E-44CF-9173-03045E144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DA62E1-29D0-FA28-8D26-4806B74E9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05DF8-E10A-EC0F-7365-3E309C1DB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7791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25EE97-218C-0936-E2F2-BEC4BA753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F3E3A-EEC4-B3B9-BD7A-18EC4CF9F3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02CBD-B61E-F145-78EC-2D944769CA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58CBA7-7CDE-4D42-AACF-5ACEEA65CA1D}" type="datetimeFigureOut">
              <a:rPr lang="en-DK" smtClean="0"/>
              <a:t>01/06/2026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C969B-CF23-5334-241E-F8EAD01109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F2650-94DD-C653-D725-DE9D5DBAE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78679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F874A-AAA4-64B7-5AA4-324D8BAD68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Scrandle</a:t>
            </a:r>
            <a:r>
              <a:rPr lang="en-US" dirty="0"/>
              <a:t> Predictor</a:t>
            </a:r>
            <a:endParaRPr lang="en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2171BB-126B-F4E5-DEDC-B9091558F6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Christopher Plykker, Jakob Fugl, Ludvig Andreas Pio and Ulrik Steen Andersen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0760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718DF-5891-E07B-D7DF-ACEDD5E81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A850F-EE32-BD4F-AB19-2BE816735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15612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BB29F-E2B7-4445-067E-369679720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Preprocessing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1C8F8-A3D6-D9D2-43F3-18D1BD64E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Raw data -&gt; Unique cases -&gt; unique food entries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5393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0DBC-CA31-C8F7-5169-89D66E66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visualization,  food types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4B7B2-AE05-09B9-8D72-0A50A68D3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26988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A5B2F-C13B-8A3B-2ACE-C89173C18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visualization, country averages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28A938-EDEC-EB58-0B84-D2AF20C75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96435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F72B8-ABC3-AFCB-3211-0FCDE1EA3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Korean and Hungarian </a:t>
            </a:r>
            <a:r>
              <a:rPr lang="en-US" dirty="0" err="1"/>
              <a:t>scrandle</a:t>
            </a:r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D97ED-4161-CFFE-EE36-538E8E00A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Hungarian </a:t>
            </a:r>
            <a:r>
              <a:rPr lang="en-US" dirty="0" err="1"/>
              <a:t>zsíros</a:t>
            </a:r>
            <a:r>
              <a:rPr lang="en-US" dirty="0"/>
              <a:t> </a:t>
            </a:r>
            <a:r>
              <a:rPr lang="en-US" dirty="0" err="1"/>
              <a:t>deszka</a:t>
            </a:r>
            <a:endParaRPr lang="en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DC15FF-2A32-D428-1451-5BDB2BD1C7D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F8A989-D133-115B-C69C-ED32AC925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Korean</a:t>
            </a:r>
            <a:endParaRPr lang="en-DK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C1BA76-8F16-6D1C-FC25-0C22F276B37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046370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44ED-EB60-15E1-C51F-14527F24D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EF6A82-6EFF-700E-D23B-05CB05864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148956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3927f91-cda1-4696-af89-8c9f1ceffa91}" enabled="0" method="" siteId="{a3927f91-cda1-4696-af89-8c9f1ceffa9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47</Words>
  <Application>Microsoft Office PowerPoint</Application>
  <PresentationFormat>Widescreen</PresentationFormat>
  <Paragraphs>10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Scrandle Predictor</vt:lpstr>
      <vt:lpstr>Data</vt:lpstr>
      <vt:lpstr>Preprocessing</vt:lpstr>
      <vt:lpstr>Data visualization,  food types</vt:lpstr>
      <vt:lpstr>Data visualization, country averages</vt:lpstr>
      <vt:lpstr>Example of Korean and Hungarian scrandle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Ulrik Steen Andersen</dc:creator>
  <cp:lastModifiedBy>Ulrik Steen Andersen</cp:lastModifiedBy>
  <cp:revision>1</cp:revision>
  <dcterms:created xsi:type="dcterms:W3CDTF">2026-06-01T11:54:42Z</dcterms:created>
  <dcterms:modified xsi:type="dcterms:W3CDTF">2026-06-01T12:02:26Z</dcterms:modified>
</cp:coreProperties>
</file>